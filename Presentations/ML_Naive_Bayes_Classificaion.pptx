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69" r:id="rId2"/>
    <p:sldId id="262" r:id="rId3"/>
    <p:sldId id="415" r:id="rId4"/>
    <p:sldId id="261" r:id="rId5"/>
    <p:sldId id="416" r:id="rId6"/>
    <p:sldId id="417" r:id="rId7"/>
    <p:sldId id="419" r:id="rId8"/>
    <p:sldId id="418" r:id="rId9"/>
    <p:sldId id="407" r:id="rId10"/>
    <p:sldId id="408" r:id="rId11"/>
    <p:sldId id="409" r:id="rId12"/>
    <p:sldId id="412" r:id="rId13"/>
    <p:sldId id="386" r:id="rId14"/>
    <p:sldId id="410" r:id="rId15"/>
    <p:sldId id="411" r:id="rId16"/>
    <p:sldId id="413" r:id="rId17"/>
    <p:sldId id="414" r:id="rId18"/>
    <p:sldId id="387" r:id="rId19"/>
    <p:sldId id="420" r:id="rId20"/>
    <p:sldId id="258"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B4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76" d="100"/>
          <a:sy n="76" d="100"/>
        </p:scale>
        <p:origin x="917" y="58"/>
      </p:cViewPr>
      <p:guideLst>
        <p:guide orient="horz" pos="2160"/>
        <p:guide pos="3796"/>
      </p:guideLst>
    </p:cSldViewPr>
  </p:slid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99A787-2230-4FF8-8817-159D6BD7B5AE}" type="datetimeFigureOut">
              <a:rPr lang="en-US" smtClean="0"/>
              <a:t>11/7/2023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A8C940-6784-4F9D-A258-868AAE24D092}" type="slidenum">
              <a:rPr lang="en-US" smtClean="0"/>
              <a:t>‹#›</a:t>
            </a:fld>
            <a:endParaRPr lang="en-US"/>
          </a:p>
        </p:txBody>
      </p:sp>
    </p:spTree>
    <p:extLst>
      <p:ext uri="{BB962C8B-B14F-4D97-AF65-F5344CB8AC3E}">
        <p14:creationId xmlns:p14="http://schemas.microsoft.com/office/powerpoint/2010/main" val="3383859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26906FC0-FFF8-E185-9976-79B52EF5CE5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Arial" panose="020B0604020202020204" pitchFamily="34" charset="0"/>
              </a:defRPr>
            </a:lvl1pPr>
            <a:lvl2pPr marL="742950" indent="-285750" defTabSz="965200">
              <a:defRPr>
                <a:solidFill>
                  <a:schemeClr val="tx1"/>
                </a:solidFill>
                <a:latin typeface="Arial" panose="020B0604020202020204" pitchFamily="34" charset="0"/>
              </a:defRPr>
            </a:lvl2pPr>
            <a:lvl3pPr marL="1143000" indent="-228600" defTabSz="965200">
              <a:defRPr>
                <a:solidFill>
                  <a:schemeClr val="tx1"/>
                </a:solidFill>
                <a:latin typeface="Arial" panose="020B0604020202020204" pitchFamily="34" charset="0"/>
              </a:defRPr>
            </a:lvl3pPr>
            <a:lvl4pPr marL="1600200" indent="-228600" defTabSz="965200">
              <a:defRPr>
                <a:solidFill>
                  <a:schemeClr val="tx1"/>
                </a:solidFill>
                <a:latin typeface="Arial" panose="020B0604020202020204" pitchFamily="34" charset="0"/>
              </a:defRPr>
            </a:lvl4pPr>
            <a:lvl5pPr marL="2057400" indent="-228600" defTabSz="965200">
              <a:defRPr>
                <a:solidFill>
                  <a:schemeClr val="tx1"/>
                </a:solidFill>
                <a:latin typeface="Arial" panose="020B0604020202020204" pitchFamily="34" charset="0"/>
              </a:defRPr>
            </a:lvl5pPr>
            <a:lvl6pPr marL="2514600" indent="-228600" defTabSz="965200" eaLnBrk="0" fontAlgn="base" hangingPunct="0">
              <a:spcBef>
                <a:spcPct val="0"/>
              </a:spcBef>
              <a:spcAft>
                <a:spcPct val="0"/>
              </a:spcAft>
              <a:defRPr>
                <a:solidFill>
                  <a:schemeClr val="tx1"/>
                </a:solidFill>
                <a:latin typeface="Arial" panose="020B0604020202020204" pitchFamily="34" charset="0"/>
              </a:defRPr>
            </a:lvl6pPr>
            <a:lvl7pPr marL="2971800" indent="-228600" defTabSz="965200" eaLnBrk="0" fontAlgn="base" hangingPunct="0">
              <a:spcBef>
                <a:spcPct val="0"/>
              </a:spcBef>
              <a:spcAft>
                <a:spcPct val="0"/>
              </a:spcAft>
              <a:defRPr>
                <a:solidFill>
                  <a:schemeClr val="tx1"/>
                </a:solidFill>
                <a:latin typeface="Arial" panose="020B0604020202020204" pitchFamily="34" charset="0"/>
              </a:defRPr>
            </a:lvl7pPr>
            <a:lvl8pPr marL="3429000" indent="-228600" defTabSz="965200" eaLnBrk="0" fontAlgn="base" hangingPunct="0">
              <a:spcBef>
                <a:spcPct val="0"/>
              </a:spcBef>
              <a:spcAft>
                <a:spcPct val="0"/>
              </a:spcAft>
              <a:defRPr>
                <a:solidFill>
                  <a:schemeClr val="tx1"/>
                </a:solidFill>
                <a:latin typeface="Arial" panose="020B0604020202020204" pitchFamily="34" charset="0"/>
              </a:defRPr>
            </a:lvl8pPr>
            <a:lvl9pPr marL="3886200" indent="-228600" defTabSz="965200" eaLnBrk="0" fontAlgn="base" hangingPunct="0">
              <a:spcBef>
                <a:spcPct val="0"/>
              </a:spcBef>
              <a:spcAft>
                <a:spcPct val="0"/>
              </a:spcAft>
              <a:defRPr>
                <a:solidFill>
                  <a:schemeClr val="tx1"/>
                </a:solidFill>
                <a:latin typeface="Arial" panose="020B0604020202020204" pitchFamily="34" charset="0"/>
              </a:defRPr>
            </a:lvl9pPr>
          </a:lstStyle>
          <a:p>
            <a:fld id="{F772790E-D37F-4CC4-B246-7DF8B1160620}" type="slidenum">
              <a:rPr lang="en-US" altLang="en-US"/>
              <a:pPr/>
              <a:t>2</a:t>
            </a:fld>
            <a:endParaRPr lang="en-US" altLang="en-US"/>
          </a:p>
        </p:txBody>
      </p:sp>
      <p:sp>
        <p:nvSpPr>
          <p:cNvPr id="8195" name="Rectangle 2">
            <a:extLst>
              <a:ext uri="{FF2B5EF4-FFF2-40B4-BE49-F238E27FC236}">
                <a16:creationId xmlns:a16="http://schemas.microsoft.com/office/drawing/2014/main" id="{4D026020-56A7-24CD-1145-FBE84E5F06B4}"/>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5B6A2E7C-0344-046C-E1B8-E119476710B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26906FC0-FFF8-E185-9976-79B52EF5CE5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Arial" panose="020B0604020202020204" pitchFamily="34" charset="0"/>
              </a:defRPr>
            </a:lvl1pPr>
            <a:lvl2pPr marL="742950" indent="-285750" defTabSz="965200">
              <a:defRPr>
                <a:solidFill>
                  <a:schemeClr val="tx1"/>
                </a:solidFill>
                <a:latin typeface="Arial" panose="020B0604020202020204" pitchFamily="34" charset="0"/>
              </a:defRPr>
            </a:lvl2pPr>
            <a:lvl3pPr marL="1143000" indent="-228600" defTabSz="965200">
              <a:defRPr>
                <a:solidFill>
                  <a:schemeClr val="tx1"/>
                </a:solidFill>
                <a:latin typeface="Arial" panose="020B0604020202020204" pitchFamily="34" charset="0"/>
              </a:defRPr>
            </a:lvl3pPr>
            <a:lvl4pPr marL="1600200" indent="-228600" defTabSz="965200">
              <a:defRPr>
                <a:solidFill>
                  <a:schemeClr val="tx1"/>
                </a:solidFill>
                <a:latin typeface="Arial" panose="020B0604020202020204" pitchFamily="34" charset="0"/>
              </a:defRPr>
            </a:lvl4pPr>
            <a:lvl5pPr marL="2057400" indent="-228600" defTabSz="965200">
              <a:defRPr>
                <a:solidFill>
                  <a:schemeClr val="tx1"/>
                </a:solidFill>
                <a:latin typeface="Arial" panose="020B0604020202020204" pitchFamily="34" charset="0"/>
              </a:defRPr>
            </a:lvl5pPr>
            <a:lvl6pPr marL="2514600" indent="-228600" defTabSz="965200" eaLnBrk="0" fontAlgn="base" hangingPunct="0">
              <a:spcBef>
                <a:spcPct val="0"/>
              </a:spcBef>
              <a:spcAft>
                <a:spcPct val="0"/>
              </a:spcAft>
              <a:defRPr>
                <a:solidFill>
                  <a:schemeClr val="tx1"/>
                </a:solidFill>
                <a:latin typeface="Arial" panose="020B0604020202020204" pitchFamily="34" charset="0"/>
              </a:defRPr>
            </a:lvl6pPr>
            <a:lvl7pPr marL="2971800" indent="-228600" defTabSz="965200" eaLnBrk="0" fontAlgn="base" hangingPunct="0">
              <a:spcBef>
                <a:spcPct val="0"/>
              </a:spcBef>
              <a:spcAft>
                <a:spcPct val="0"/>
              </a:spcAft>
              <a:defRPr>
                <a:solidFill>
                  <a:schemeClr val="tx1"/>
                </a:solidFill>
                <a:latin typeface="Arial" panose="020B0604020202020204" pitchFamily="34" charset="0"/>
              </a:defRPr>
            </a:lvl7pPr>
            <a:lvl8pPr marL="3429000" indent="-228600" defTabSz="965200" eaLnBrk="0" fontAlgn="base" hangingPunct="0">
              <a:spcBef>
                <a:spcPct val="0"/>
              </a:spcBef>
              <a:spcAft>
                <a:spcPct val="0"/>
              </a:spcAft>
              <a:defRPr>
                <a:solidFill>
                  <a:schemeClr val="tx1"/>
                </a:solidFill>
                <a:latin typeface="Arial" panose="020B0604020202020204" pitchFamily="34" charset="0"/>
              </a:defRPr>
            </a:lvl8pPr>
            <a:lvl9pPr marL="3886200" indent="-228600" defTabSz="965200" eaLnBrk="0" fontAlgn="base" hangingPunct="0">
              <a:spcBef>
                <a:spcPct val="0"/>
              </a:spcBef>
              <a:spcAft>
                <a:spcPct val="0"/>
              </a:spcAft>
              <a:defRPr>
                <a:solidFill>
                  <a:schemeClr val="tx1"/>
                </a:solidFill>
                <a:latin typeface="Arial" panose="020B0604020202020204" pitchFamily="34" charset="0"/>
              </a:defRPr>
            </a:lvl9pPr>
          </a:lstStyle>
          <a:p>
            <a:fld id="{F772790E-D37F-4CC4-B246-7DF8B1160620}" type="slidenum">
              <a:rPr lang="en-US" altLang="en-US"/>
              <a:pPr/>
              <a:t>3</a:t>
            </a:fld>
            <a:endParaRPr lang="en-US" altLang="en-US"/>
          </a:p>
        </p:txBody>
      </p:sp>
      <p:sp>
        <p:nvSpPr>
          <p:cNvPr id="8195" name="Rectangle 2">
            <a:extLst>
              <a:ext uri="{FF2B5EF4-FFF2-40B4-BE49-F238E27FC236}">
                <a16:creationId xmlns:a16="http://schemas.microsoft.com/office/drawing/2014/main" id="{4D026020-56A7-24CD-1145-FBE84E5F06B4}"/>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5B6A2E7C-0344-046C-E1B8-E119476710B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183129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09B07B8D-A298-EDFD-59B0-6DE3EC68A15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Arial" panose="020B0604020202020204" pitchFamily="34" charset="0"/>
              </a:defRPr>
            </a:lvl1pPr>
            <a:lvl2pPr marL="742950" indent="-285750" defTabSz="965200">
              <a:defRPr>
                <a:solidFill>
                  <a:schemeClr val="tx1"/>
                </a:solidFill>
                <a:latin typeface="Arial" panose="020B0604020202020204" pitchFamily="34" charset="0"/>
              </a:defRPr>
            </a:lvl2pPr>
            <a:lvl3pPr marL="1143000" indent="-228600" defTabSz="965200">
              <a:defRPr>
                <a:solidFill>
                  <a:schemeClr val="tx1"/>
                </a:solidFill>
                <a:latin typeface="Arial" panose="020B0604020202020204" pitchFamily="34" charset="0"/>
              </a:defRPr>
            </a:lvl3pPr>
            <a:lvl4pPr marL="1600200" indent="-228600" defTabSz="965200">
              <a:defRPr>
                <a:solidFill>
                  <a:schemeClr val="tx1"/>
                </a:solidFill>
                <a:latin typeface="Arial" panose="020B0604020202020204" pitchFamily="34" charset="0"/>
              </a:defRPr>
            </a:lvl4pPr>
            <a:lvl5pPr marL="2057400" indent="-228600" defTabSz="965200">
              <a:defRPr>
                <a:solidFill>
                  <a:schemeClr val="tx1"/>
                </a:solidFill>
                <a:latin typeface="Arial" panose="020B0604020202020204" pitchFamily="34" charset="0"/>
              </a:defRPr>
            </a:lvl5pPr>
            <a:lvl6pPr marL="2514600" indent="-228600" defTabSz="965200" eaLnBrk="0" fontAlgn="base" hangingPunct="0">
              <a:spcBef>
                <a:spcPct val="0"/>
              </a:spcBef>
              <a:spcAft>
                <a:spcPct val="0"/>
              </a:spcAft>
              <a:defRPr>
                <a:solidFill>
                  <a:schemeClr val="tx1"/>
                </a:solidFill>
                <a:latin typeface="Arial" panose="020B0604020202020204" pitchFamily="34" charset="0"/>
              </a:defRPr>
            </a:lvl6pPr>
            <a:lvl7pPr marL="2971800" indent="-228600" defTabSz="965200" eaLnBrk="0" fontAlgn="base" hangingPunct="0">
              <a:spcBef>
                <a:spcPct val="0"/>
              </a:spcBef>
              <a:spcAft>
                <a:spcPct val="0"/>
              </a:spcAft>
              <a:defRPr>
                <a:solidFill>
                  <a:schemeClr val="tx1"/>
                </a:solidFill>
                <a:latin typeface="Arial" panose="020B0604020202020204" pitchFamily="34" charset="0"/>
              </a:defRPr>
            </a:lvl7pPr>
            <a:lvl8pPr marL="3429000" indent="-228600" defTabSz="965200" eaLnBrk="0" fontAlgn="base" hangingPunct="0">
              <a:spcBef>
                <a:spcPct val="0"/>
              </a:spcBef>
              <a:spcAft>
                <a:spcPct val="0"/>
              </a:spcAft>
              <a:defRPr>
                <a:solidFill>
                  <a:schemeClr val="tx1"/>
                </a:solidFill>
                <a:latin typeface="Arial" panose="020B0604020202020204" pitchFamily="34" charset="0"/>
              </a:defRPr>
            </a:lvl8pPr>
            <a:lvl9pPr marL="3886200" indent="-228600" defTabSz="965200" eaLnBrk="0" fontAlgn="base" hangingPunct="0">
              <a:spcBef>
                <a:spcPct val="0"/>
              </a:spcBef>
              <a:spcAft>
                <a:spcPct val="0"/>
              </a:spcAft>
              <a:defRPr>
                <a:solidFill>
                  <a:schemeClr val="tx1"/>
                </a:solidFill>
                <a:latin typeface="Arial" panose="020B0604020202020204" pitchFamily="34" charset="0"/>
              </a:defRPr>
            </a:lvl9pPr>
          </a:lstStyle>
          <a:p>
            <a:fld id="{6F6CA93F-C88D-4A0C-A80A-2D9AD030E382}" type="slidenum">
              <a:rPr lang="en-US" altLang="en-US"/>
              <a:pPr/>
              <a:t>4</a:t>
            </a:fld>
            <a:endParaRPr lang="en-US" altLang="en-US"/>
          </a:p>
        </p:txBody>
      </p:sp>
      <p:sp>
        <p:nvSpPr>
          <p:cNvPr id="10243" name="Rectangle 2">
            <a:extLst>
              <a:ext uri="{FF2B5EF4-FFF2-40B4-BE49-F238E27FC236}">
                <a16:creationId xmlns:a16="http://schemas.microsoft.com/office/drawing/2014/main" id="{D2F85876-4FAE-FCD9-A665-2D102F3B9145}"/>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122C851E-9AE2-2748-E7D0-2F12EFAEC8A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mailto:Siva.Jasthi@metrostate.edu"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 name="TextBox 9">
            <a:extLst>
              <a:ext uri="{FF2B5EF4-FFF2-40B4-BE49-F238E27FC236}">
                <a16:creationId xmlns:a16="http://schemas.microsoft.com/office/drawing/2014/main" id="{E26F8C1F-669D-4F69-9022-AAB01B7F122A}"/>
              </a:ext>
            </a:extLst>
          </p:cNvPr>
          <p:cNvSpPr txBox="1"/>
          <p:nvPr userDrawn="1"/>
        </p:nvSpPr>
        <p:spPr>
          <a:xfrm>
            <a:off x="1" y="6560598"/>
            <a:ext cx="12191999" cy="27699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hlinkClick r:id="rId2"/>
              </a:rPr>
              <a:t>Siva.Jasthi@metrostate.edu</a:t>
            </a:r>
            <a:r>
              <a:rPr lang="en-US" sz="1200" dirty="0"/>
              <a:t>                  ICS 352 – Machine Learning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a:buFont typeface="Wingdings" panose="05000000000000000000" pitchFamily="2" charset="2"/>
              <a:buChar char="§"/>
              <a:defRPr/>
            </a:lvl1pPr>
            <a:lvl2pPr marL="685800" indent="-228600">
              <a:buFont typeface="Wingdings" panose="05000000000000000000" pitchFamily="2" charset="2"/>
              <a:buChar char="§"/>
              <a:defRPr/>
            </a:lvl2pPr>
            <a:lvl3pPr>
              <a:buFont typeface="Wingdings" panose="05000000000000000000" pitchFamily="2" charset="2"/>
              <a:buChar char="§"/>
              <a:defRPr/>
            </a:lvl3pPr>
            <a:lvl4pPr marL="1600200" indent="-228600">
              <a:buFont typeface="Wingdings" panose="05000000000000000000" pitchFamily="2" charset="2"/>
              <a:buChar char="§"/>
              <a:defRPr/>
            </a:lvl4pPr>
            <a:lvl5pPr>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AA70F276-1833-4A75-9C1D-A56E2295A68D}" type="datetimeFigureOut">
              <a:rPr lang="en-US" smtClean="0"/>
              <a:t>11/7/2023</a:t>
            </a:fld>
            <a:endParaRPr lang="en-US"/>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950158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ACC001-2143-45C7-872A-DE473230467A}"/>
              </a:ext>
            </a:extLst>
          </p:cNvPr>
          <p:cNvSpPr>
            <a:spLocks noGrp="1"/>
          </p:cNvSpPr>
          <p:nvPr>
            <p:ph type="dt" sz="half" idx="10"/>
          </p:nvPr>
        </p:nvSpPr>
        <p:spPr/>
        <p:txBody>
          <a:bodyPr/>
          <a:lstStyle/>
          <a:p>
            <a:fld id="{71A56E3F-A803-4BB7-B533-EC9825E3FF18}" type="datetimeFigureOut">
              <a:rPr lang="en-US" smtClean="0"/>
              <a:t>11/7/2023</a:t>
            </a:fld>
            <a:endParaRPr lang="en-US"/>
          </a:p>
        </p:txBody>
      </p:sp>
      <p:sp>
        <p:nvSpPr>
          <p:cNvPr id="3" name="Footer Placeholder 2">
            <a:extLst>
              <a:ext uri="{FF2B5EF4-FFF2-40B4-BE49-F238E27FC236}">
                <a16:creationId xmlns:a16="http://schemas.microsoft.com/office/drawing/2014/main" id="{089C4358-910C-4F7B-87C9-1F9BB84ECF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577EF28-4D27-4162-A8ED-694BBB97B784}"/>
              </a:ext>
            </a:extLst>
          </p:cNvPr>
          <p:cNvSpPr>
            <a:spLocks noGrp="1"/>
          </p:cNvSpPr>
          <p:nvPr>
            <p:ph type="sldNum" sz="quarter" idx="12"/>
          </p:nvPr>
        </p:nvSpPr>
        <p:spPr/>
        <p:txBody>
          <a:bodyPr/>
          <a:lstStyle/>
          <a:p>
            <a:fld id="{1DF6BB33-399A-4580-840F-148AF8C87516}" type="slidenum">
              <a:rPr lang="en-US" smtClean="0"/>
              <a:t>‹#›</a:t>
            </a:fld>
            <a:endParaRPr lang="en-US"/>
          </a:p>
        </p:txBody>
      </p:sp>
    </p:spTree>
    <p:extLst>
      <p:ext uri="{BB962C8B-B14F-4D97-AF65-F5344CB8AC3E}">
        <p14:creationId xmlns:p14="http://schemas.microsoft.com/office/powerpoint/2010/main" val="31115315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Siva.Jasthi@metrostate.edu</a:t>
            </a: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ICS 352 – Machine Learning ()</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817549-C8F9-8740-97B0-14CD78FB0450}" type="slidenum">
              <a: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hyperlink" Target="https://aman.ai/primers/ai/bayes-theorem/" TargetMode="External"/><Relationship Id="rId7" Type="http://schemas.openxmlformats.org/officeDocument/2006/relationships/image" Target="../media/image9.wmf"/><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oleObject" Target="../embeddings/oleObject1.bin"/><Relationship Id="rId5" Type="http://schemas.openxmlformats.org/officeDocument/2006/relationships/image" Target="../media/image8.gif"/><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scikit-learn.org/stable/modules/generated/sklearn.naive_bayes.GaussianNB.htm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scikit-learn.org/stable/modules/generated/sklearn.naive_bayes.MultinomialNB.html#sklearn.naive_bayes.MultinomialNB" TargetMode="Externa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scikit-learn.org/stable/modules/generated/sklearn.naive_bayes.BernoulliNB.html#sklearn.naive_bayes.BernoulliNB"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scikit-learn.org/stable/modules/generated/sklearn.naive_bayes.CategoricalNB.html#sklearn.naive_bayes.CategoricalNB"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scikit-learn.org/stable/modules/generated/sklearn.naive_bayes.ComplementNB.html#sklearn.naive_bayes.ComplementNB"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39BF4AB0-9623-4F15-9723-5E7FE667B513}"/>
              </a:ext>
            </a:extLst>
          </p:cNvPr>
          <p:cNvSpPr>
            <a:spLocks noGrp="1"/>
          </p:cNvSpPr>
          <p:nvPr>
            <p:ph type="subTitle" idx="1"/>
          </p:nvPr>
        </p:nvSpPr>
        <p:spPr>
          <a:xfrm>
            <a:off x="2183685" y="4968672"/>
            <a:ext cx="7516166" cy="1356787"/>
          </a:xfrm>
        </p:spPr>
        <p:txBody>
          <a:bodyPr>
            <a:normAutofit/>
          </a:bodyPr>
          <a:lstStyle/>
          <a:p>
            <a:pPr>
              <a:buClrTx/>
              <a:buSzTx/>
              <a:buFontTx/>
              <a:buNone/>
            </a:pPr>
            <a:r>
              <a:rPr lang="en-US" altLang="en-US" sz="2400" b="1" dirty="0"/>
              <a:t>Siva R Jasthi</a:t>
            </a:r>
            <a:endParaRPr lang="en-US" altLang="en-US" sz="2400" dirty="0"/>
          </a:p>
          <a:p>
            <a:pPr>
              <a:buClrTx/>
              <a:buSzTx/>
              <a:buFontTx/>
              <a:buNone/>
            </a:pPr>
            <a:r>
              <a:rPr lang="en-US" altLang="en-US" sz="2400" dirty="0"/>
              <a:t>Computer Science and Cybersecurity</a:t>
            </a:r>
          </a:p>
          <a:p>
            <a:pPr>
              <a:buClrTx/>
              <a:buSzTx/>
              <a:buFontTx/>
              <a:buNone/>
            </a:pPr>
            <a:r>
              <a:rPr lang="en-US" altLang="en-US" sz="2400" dirty="0"/>
              <a:t>Metropolitan State University</a:t>
            </a:r>
          </a:p>
          <a:p>
            <a:endParaRPr lang="en-US" sz="2400" b="1" dirty="0">
              <a:solidFill>
                <a:srgbClr val="04B452"/>
              </a:solidFill>
            </a:endParaRPr>
          </a:p>
        </p:txBody>
      </p:sp>
      <p:sp>
        <p:nvSpPr>
          <p:cNvPr id="9" name="Subtitle 2">
            <a:extLst>
              <a:ext uri="{FF2B5EF4-FFF2-40B4-BE49-F238E27FC236}">
                <a16:creationId xmlns:a16="http://schemas.microsoft.com/office/drawing/2014/main" id="{F9471A7B-0F91-466C-9FCD-728090F5A931}"/>
              </a:ext>
            </a:extLst>
          </p:cNvPr>
          <p:cNvSpPr txBox="1">
            <a:spLocks/>
          </p:cNvSpPr>
          <p:nvPr/>
        </p:nvSpPr>
        <p:spPr>
          <a:xfrm>
            <a:off x="1774357" y="2837194"/>
            <a:ext cx="8334823" cy="1196560"/>
          </a:xfrm>
          <a:prstGeom prst="rect">
            <a:avLst/>
          </a:prstGeom>
          <a:solidFill>
            <a:srgbClr val="00B050"/>
          </a:solidFill>
        </p:spPr>
        <p:txBody>
          <a:bodyPr vert="horz" lIns="91440" tIns="45720" rIns="91440" bIns="45720" rtlCol="0">
            <a:no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endParaRPr lang="en-US" sz="2400" b="1">
              <a:solidFill>
                <a:schemeClr val="bg1"/>
              </a:solidFill>
            </a:endParaRPr>
          </a:p>
          <a:p>
            <a:r>
              <a:rPr lang="en-US" sz="2400" b="1">
                <a:solidFill>
                  <a:schemeClr val="bg1"/>
                </a:solidFill>
              </a:rPr>
              <a:t>Naïve Bayes Classificaiton</a:t>
            </a:r>
            <a:endParaRPr lang="en-US" sz="2400" b="1" dirty="0">
              <a:solidFill>
                <a:schemeClr val="bg1"/>
              </a:solidFill>
            </a:endParaRPr>
          </a:p>
        </p:txBody>
      </p:sp>
      <p:graphicFrame>
        <p:nvGraphicFramePr>
          <p:cNvPr id="4" name="Table 5">
            <a:extLst>
              <a:ext uri="{FF2B5EF4-FFF2-40B4-BE49-F238E27FC236}">
                <a16:creationId xmlns:a16="http://schemas.microsoft.com/office/drawing/2014/main" id="{78989B7E-3B2D-44AE-8C5E-703EF42AD523}"/>
              </a:ext>
            </a:extLst>
          </p:cNvPr>
          <p:cNvGraphicFramePr>
            <a:graphicFrameLocks noGrp="1"/>
          </p:cNvGraphicFramePr>
          <p:nvPr>
            <p:extLst>
              <p:ext uri="{D42A27DB-BD31-4B8C-83A1-F6EECF244321}">
                <p14:modId xmlns:p14="http://schemas.microsoft.com/office/powerpoint/2010/main" val="3024393574"/>
              </p:ext>
            </p:extLst>
          </p:nvPr>
        </p:nvGraphicFramePr>
        <p:xfrm>
          <a:off x="2032000" y="719666"/>
          <a:ext cx="8128000" cy="1854200"/>
        </p:xfrm>
        <a:graphic>
          <a:graphicData uri="http://schemas.openxmlformats.org/drawingml/2006/table">
            <a:tbl>
              <a:tblPr firstRow="1" bandRow="1">
                <a:tableStyleId>{5940675A-B579-460E-94D1-54222C63F5DA}</a:tableStyleId>
              </a:tblPr>
              <a:tblGrid>
                <a:gridCol w="1784626">
                  <a:extLst>
                    <a:ext uri="{9D8B030D-6E8A-4147-A177-3AD203B41FA5}">
                      <a16:colId xmlns:a16="http://schemas.microsoft.com/office/drawing/2014/main" val="2221937530"/>
                    </a:ext>
                  </a:extLst>
                </a:gridCol>
                <a:gridCol w="6343374">
                  <a:extLst>
                    <a:ext uri="{9D8B030D-6E8A-4147-A177-3AD203B41FA5}">
                      <a16:colId xmlns:a16="http://schemas.microsoft.com/office/drawing/2014/main" val="379968204"/>
                    </a:ext>
                  </a:extLst>
                </a:gridCol>
              </a:tblGrid>
              <a:tr h="370840">
                <a:tc>
                  <a:txBody>
                    <a:bodyPr/>
                    <a:lstStyle/>
                    <a:p>
                      <a:r>
                        <a:rPr lang="en-US" dirty="0"/>
                        <a:t>Course</a:t>
                      </a:r>
                    </a:p>
                  </a:txBody>
                  <a:tcPr/>
                </a:tc>
                <a:tc>
                  <a:txBody>
                    <a:bodyPr/>
                    <a:lstStyle/>
                    <a:p>
                      <a:endParaRPr lang="en-US" dirty="0"/>
                    </a:p>
                  </a:txBody>
                  <a:tcPr/>
                </a:tc>
                <a:extLst>
                  <a:ext uri="{0D108BD9-81ED-4DB2-BD59-A6C34878D82A}">
                    <a16:rowId xmlns:a16="http://schemas.microsoft.com/office/drawing/2014/main" val="2642101462"/>
                  </a:ext>
                </a:extLst>
              </a:tr>
              <a:tr h="370840">
                <a:tc>
                  <a:txBody>
                    <a:bodyPr/>
                    <a:lstStyle/>
                    <a:p>
                      <a:r>
                        <a:rPr lang="en-US" dirty="0"/>
                        <a:t>Term</a:t>
                      </a:r>
                    </a:p>
                  </a:txBody>
                  <a:tcPr/>
                </a:tc>
                <a:tc>
                  <a:txBody>
                    <a:bodyPr/>
                    <a:lstStyle/>
                    <a:p>
                      <a:endParaRPr lang="en-US" dirty="0"/>
                    </a:p>
                  </a:txBody>
                  <a:tcPr/>
                </a:tc>
                <a:extLst>
                  <a:ext uri="{0D108BD9-81ED-4DB2-BD59-A6C34878D82A}">
                    <a16:rowId xmlns:a16="http://schemas.microsoft.com/office/drawing/2014/main" val="176277694"/>
                  </a:ext>
                </a:extLst>
              </a:tr>
              <a:tr h="370840">
                <a:tc>
                  <a:txBody>
                    <a:bodyPr/>
                    <a:lstStyle/>
                    <a:p>
                      <a:r>
                        <a:rPr lang="en-US" dirty="0"/>
                        <a:t>Week</a:t>
                      </a:r>
                    </a:p>
                  </a:txBody>
                  <a:tcPr/>
                </a:tc>
                <a:tc>
                  <a:txBody>
                    <a:bodyPr/>
                    <a:lstStyle/>
                    <a:p>
                      <a:endParaRPr lang="en-US" dirty="0"/>
                    </a:p>
                  </a:txBody>
                  <a:tcPr/>
                </a:tc>
                <a:extLst>
                  <a:ext uri="{0D108BD9-81ED-4DB2-BD59-A6C34878D82A}">
                    <a16:rowId xmlns:a16="http://schemas.microsoft.com/office/drawing/2014/main" val="1975050456"/>
                  </a:ext>
                </a:extLst>
              </a:tr>
              <a:tr h="370840">
                <a:tc>
                  <a:txBody>
                    <a:bodyPr/>
                    <a:lstStyle/>
                    <a:p>
                      <a:r>
                        <a:rPr lang="en-US" dirty="0"/>
                        <a:t>Date</a:t>
                      </a:r>
                    </a:p>
                  </a:txBody>
                  <a:tcPr/>
                </a:tc>
                <a:tc>
                  <a:txBody>
                    <a:bodyPr/>
                    <a:lstStyle/>
                    <a:p>
                      <a:endParaRPr lang="en-US" dirty="0"/>
                    </a:p>
                  </a:txBody>
                  <a:tcPr/>
                </a:tc>
                <a:extLst>
                  <a:ext uri="{0D108BD9-81ED-4DB2-BD59-A6C34878D82A}">
                    <a16:rowId xmlns:a16="http://schemas.microsoft.com/office/drawing/2014/main" val="452127006"/>
                  </a:ext>
                </a:extLst>
              </a:tr>
              <a:tr h="370840">
                <a:tc>
                  <a:txBody>
                    <a:bodyPr/>
                    <a:lstStyle/>
                    <a:p>
                      <a:r>
                        <a:rPr lang="en-US" dirty="0"/>
                        <a:t>Chapter. Topic</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Naïve Bayes Classification</a:t>
                      </a:r>
                    </a:p>
                  </a:txBody>
                  <a:tcPr/>
                </a:tc>
                <a:extLst>
                  <a:ext uri="{0D108BD9-81ED-4DB2-BD59-A6C34878D82A}">
                    <a16:rowId xmlns:a16="http://schemas.microsoft.com/office/drawing/2014/main" val="270387289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E2F31211-E7A3-FB14-5E5E-47BA9406967A}"/>
              </a:ext>
            </a:extLst>
          </p:cNvPr>
          <p:cNvSpPr>
            <a:spLocks noGrp="1" noChangeArrowheads="1"/>
          </p:cNvSpPr>
          <p:nvPr>
            <p:ph type="title"/>
          </p:nvPr>
        </p:nvSpPr>
        <p:spPr>
          <a:xfrm>
            <a:off x="0" y="160336"/>
            <a:ext cx="10972800" cy="697503"/>
          </a:xfrm>
        </p:spPr>
        <p:txBody>
          <a:bodyPr>
            <a:normAutofit fontScale="90000"/>
          </a:bodyPr>
          <a:lstStyle/>
          <a:p>
            <a:pPr algn="l" eaLnBrk="1" hangingPunct="1"/>
            <a:r>
              <a:rPr lang="en-US" altLang="en-US">
                <a:solidFill>
                  <a:srgbClr val="04B452"/>
                </a:solidFill>
              </a:rPr>
              <a:t>Some classification problems</a:t>
            </a:r>
          </a:p>
        </p:txBody>
      </p:sp>
      <p:sp>
        <p:nvSpPr>
          <p:cNvPr id="7171" name="Rectangle 3">
            <a:extLst>
              <a:ext uri="{FF2B5EF4-FFF2-40B4-BE49-F238E27FC236}">
                <a16:creationId xmlns:a16="http://schemas.microsoft.com/office/drawing/2014/main" id="{959B6453-BFAA-A509-3EA9-87D12D6A587B}"/>
              </a:ext>
            </a:extLst>
          </p:cNvPr>
          <p:cNvSpPr>
            <a:spLocks noGrp="1" noChangeArrowheads="1"/>
          </p:cNvSpPr>
          <p:nvPr>
            <p:ph idx="1"/>
          </p:nvPr>
        </p:nvSpPr>
        <p:spPr>
          <a:xfrm>
            <a:off x="138260" y="874336"/>
            <a:ext cx="11767794" cy="4525963"/>
          </a:xfrm>
        </p:spPr>
        <p:txBody>
          <a:bodyPr>
            <a:noAutofit/>
          </a:bodyPr>
          <a:lstStyle/>
          <a:p>
            <a:pPr algn="l">
              <a:buFont typeface="+mj-lt"/>
              <a:buAutoNum type="arabicPeriod"/>
            </a:pPr>
            <a:r>
              <a:rPr lang="en-US" sz="2000" b="0" i="0">
                <a:effectLst/>
                <a:latin typeface="Söhne"/>
              </a:rPr>
              <a:t>Email Spam Classification: This is a binary classification problem where the goal is to classify emails as spam or not spam. The input features are usually the text of the email and some metadata.</a:t>
            </a:r>
          </a:p>
          <a:p>
            <a:pPr algn="l">
              <a:buFont typeface="+mj-lt"/>
              <a:buAutoNum type="arabicPeriod"/>
            </a:pPr>
            <a:endParaRPr lang="en-US" sz="2000" b="0" i="0">
              <a:effectLst/>
              <a:latin typeface="Söhne"/>
            </a:endParaRPr>
          </a:p>
          <a:p>
            <a:pPr algn="l">
              <a:buFont typeface="+mj-lt"/>
              <a:buAutoNum type="arabicPeriod"/>
            </a:pPr>
            <a:r>
              <a:rPr lang="en-US" sz="2000" b="0" i="0">
                <a:effectLst/>
                <a:latin typeface="Söhne"/>
              </a:rPr>
              <a:t>Image Classification: In this problem, the goal is to classify images into different categories. For example, identifying whether an image contains a cat or a dog. The input features are usually the pixel values of the image.</a:t>
            </a:r>
          </a:p>
          <a:p>
            <a:pPr algn="l">
              <a:buFont typeface="+mj-lt"/>
              <a:buAutoNum type="arabicPeriod"/>
            </a:pPr>
            <a:endParaRPr lang="en-US" sz="2000" b="0" i="0">
              <a:effectLst/>
              <a:latin typeface="Söhne"/>
            </a:endParaRPr>
          </a:p>
          <a:p>
            <a:pPr algn="l">
              <a:buFont typeface="+mj-lt"/>
              <a:buAutoNum type="arabicPeriod"/>
            </a:pPr>
            <a:r>
              <a:rPr lang="en-US" sz="2000" b="0" i="0">
                <a:effectLst/>
                <a:latin typeface="Söhne"/>
              </a:rPr>
              <a:t>Sentiment Analysis: Sentiment analysis is the task of predicting the sentiment of a given text. This could be positive, negative, or neutral. The input features are usually the text itself.</a:t>
            </a:r>
          </a:p>
          <a:p>
            <a:pPr algn="l">
              <a:buFont typeface="+mj-lt"/>
              <a:buAutoNum type="arabicPeriod"/>
            </a:pPr>
            <a:endParaRPr lang="en-US" sz="2000" b="0" i="0">
              <a:effectLst/>
              <a:latin typeface="Söhne"/>
            </a:endParaRPr>
          </a:p>
          <a:p>
            <a:pPr algn="l">
              <a:buFont typeface="+mj-lt"/>
              <a:buAutoNum type="arabicPeriod"/>
            </a:pPr>
            <a:r>
              <a:rPr lang="en-US" sz="2000" b="0" i="0">
                <a:effectLst/>
                <a:latin typeface="Söhne"/>
              </a:rPr>
              <a:t>Fraud Detection: Fraud detection is a binary classification problem where the goal is to detect fraudulent transactions in a dataset of credit card transactions. The input features could include the transaction amount, location, and other transaction metadata.</a:t>
            </a:r>
          </a:p>
          <a:p>
            <a:pPr algn="l">
              <a:buFont typeface="+mj-lt"/>
              <a:buAutoNum type="arabicPeriod"/>
            </a:pPr>
            <a:endParaRPr lang="en-US" sz="2000" b="0" i="0">
              <a:effectLst/>
              <a:latin typeface="Söhne"/>
            </a:endParaRPr>
          </a:p>
          <a:p>
            <a:pPr algn="l">
              <a:buFont typeface="+mj-lt"/>
              <a:buAutoNum type="arabicPeriod"/>
            </a:pPr>
            <a:r>
              <a:rPr lang="en-US" sz="2000" b="0" i="0">
                <a:effectLst/>
                <a:latin typeface="Söhne"/>
              </a:rPr>
              <a:t>Medical Diagnosis: Medical diagnosis is a classification problem where the goal is to predict the presence or absence of a disease based on patient data such as symptoms, medical history, and test results.</a:t>
            </a:r>
          </a:p>
          <a:p>
            <a:pPr algn="l">
              <a:buFont typeface="+mj-lt"/>
              <a:buAutoNum type="arabicPeriod"/>
            </a:pPr>
            <a:endParaRPr lang="en-US" sz="2000" b="0" i="0">
              <a:effectLst/>
              <a:latin typeface="Söhn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E2F31211-E7A3-FB14-5E5E-47BA9406967A}"/>
              </a:ext>
            </a:extLst>
          </p:cNvPr>
          <p:cNvSpPr>
            <a:spLocks noGrp="1" noChangeArrowheads="1"/>
          </p:cNvSpPr>
          <p:nvPr>
            <p:ph type="title"/>
          </p:nvPr>
        </p:nvSpPr>
        <p:spPr>
          <a:xfrm>
            <a:off x="0" y="160336"/>
            <a:ext cx="10972800" cy="697503"/>
          </a:xfrm>
        </p:spPr>
        <p:txBody>
          <a:bodyPr>
            <a:normAutofit fontScale="90000"/>
          </a:bodyPr>
          <a:lstStyle/>
          <a:p>
            <a:pPr algn="l" eaLnBrk="1" hangingPunct="1"/>
            <a:r>
              <a:rPr lang="en-US" altLang="en-US">
                <a:solidFill>
                  <a:srgbClr val="04B452"/>
                </a:solidFill>
              </a:rPr>
              <a:t>Some classification problems (contd.)</a:t>
            </a:r>
          </a:p>
        </p:txBody>
      </p:sp>
      <p:sp>
        <p:nvSpPr>
          <p:cNvPr id="7171" name="Rectangle 3">
            <a:extLst>
              <a:ext uri="{FF2B5EF4-FFF2-40B4-BE49-F238E27FC236}">
                <a16:creationId xmlns:a16="http://schemas.microsoft.com/office/drawing/2014/main" id="{959B6453-BFAA-A509-3EA9-87D12D6A587B}"/>
              </a:ext>
            </a:extLst>
          </p:cNvPr>
          <p:cNvSpPr>
            <a:spLocks noGrp="1" noChangeArrowheads="1"/>
          </p:cNvSpPr>
          <p:nvPr>
            <p:ph idx="1"/>
          </p:nvPr>
        </p:nvSpPr>
        <p:spPr>
          <a:xfrm>
            <a:off x="251381" y="968605"/>
            <a:ext cx="11626391" cy="4525963"/>
          </a:xfrm>
        </p:spPr>
        <p:txBody>
          <a:bodyPr>
            <a:noAutofit/>
          </a:bodyPr>
          <a:lstStyle/>
          <a:p>
            <a:pPr marL="0" indent="0">
              <a:buNone/>
            </a:pPr>
            <a:r>
              <a:rPr lang="en-US" sz="2000" b="0" i="0">
                <a:effectLst/>
                <a:latin typeface="Söhne"/>
              </a:rPr>
              <a:t>6. Handwriting Recognition: Handwriting recognition is the task of classifying handwritten characters (pixel values) into their corresponding letters or numbers. </a:t>
            </a:r>
          </a:p>
          <a:p>
            <a:pPr marL="0" indent="0">
              <a:buNone/>
            </a:pPr>
            <a:endParaRPr lang="en-US" sz="2000" b="0" i="0">
              <a:effectLst/>
              <a:latin typeface="Söhne"/>
            </a:endParaRPr>
          </a:p>
          <a:p>
            <a:pPr marL="0" indent="0" algn="l">
              <a:buNone/>
            </a:pPr>
            <a:r>
              <a:rPr lang="en-US" sz="2000">
                <a:latin typeface="Söhne"/>
              </a:rPr>
              <a:t>7. </a:t>
            </a:r>
            <a:r>
              <a:rPr lang="en-US" sz="2000" b="0" i="0">
                <a:effectLst/>
                <a:latin typeface="Söhne"/>
              </a:rPr>
              <a:t>Customer Churn Prediction: In this problem, the goal is to predict whether a customer will stop using a service or product. The input features could include customer demographics, usage history, and satisfaction ratings.</a:t>
            </a:r>
          </a:p>
          <a:p>
            <a:pPr marL="0" indent="0" algn="l">
              <a:buNone/>
            </a:pPr>
            <a:endParaRPr lang="en-US" sz="2000" b="0" i="0">
              <a:effectLst/>
              <a:latin typeface="Söhne"/>
            </a:endParaRPr>
          </a:p>
          <a:p>
            <a:pPr marL="0" indent="0" algn="l">
              <a:buNone/>
            </a:pPr>
            <a:r>
              <a:rPr lang="en-US" sz="2000" b="0" i="0">
                <a:effectLst/>
                <a:latin typeface="Söhne"/>
              </a:rPr>
              <a:t>8. Toxic Comment Classification: This is a text classification problem where the goal is to identify toxic comments in online forums or social media platforms.  </a:t>
            </a:r>
          </a:p>
          <a:p>
            <a:pPr marL="0" indent="0" algn="l">
              <a:buNone/>
            </a:pPr>
            <a:endParaRPr lang="en-US" sz="2000" b="0" i="0">
              <a:effectLst/>
              <a:latin typeface="Söhne"/>
            </a:endParaRPr>
          </a:p>
          <a:p>
            <a:pPr marL="0" indent="0" algn="l">
              <a:buNone/>
            </a:pPr>
            <a:r>
              <a:rPr lang="en-US" sz="2000" b="0" i="0">
                <a:effectLst/>
                <a:latin typeface="Söhne"/>
              </a:rPr>
              <a:t>9. Credit Risk Assessment: Credit risk assessment is a classification problem where the goal is to predict whether a loan applicant is likely to default on their loan payments. The input features could include the applicant's credit history, income, and employment status.</a:t>
            </a:r>
          </a:p>
          <a:p>
            <a:pPr marL="0" indent="0" algn="l">
              <a:buNone/>
            </a:pPr>
            <a:endParaRPr lang="en-US" sz="2000" b="0" i="0">
              <a:effectLst/>
              <a:latin typeface="Söhne"/>
            </a:endParaRPr>
          </a:p>
          <a:p>
            <a:pPr marL="0" indent="0" algn="l">
              <a:buNone/>
            </a:pPr>
            <a:r>
              <a:rPr lang="en-US" sz="2000" b="0" i="0">
                <a:effectLst/>
                <a:latin typeface="Söhne"/>
              </a:rPr>
              <a:t>10. Traffic Sign Recognition: Traffic sign recognition is the task of classifying traffic signs in images captured by a camera installed in a vehicle. The input features are usually the pixel values of the image of the traffic sign.</a:t>
            </a:r>
          </a:p>
        </p:txBody>
      </p:sp>
    </p:spTree>
    <p:extLst>
      <p:ext uri="{BB962C8B-B14F-4D97-AF65-F5344CB8AC3E}">
        <p14:creationId xmlns:p14="http://schemas.microsoft.com/office/powerpoint/2010/main" val="268539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258D69DD-F6B7-0380-591D-70E018AAEF9D}"/>
              </a:ext>
            </a:extLst>
          </p:cNvPr>
          <p:cNvSpPr>
            <a:spLocks noGrp="1" noChangeArrowheads="1"/>
          </p:cNvSpPr>
          <p:nvPr>
            <p:ph type="title"/>
          </p:nvPr>
        </p:nvSpPr>
        <p:spPr>
          <a:xfrm>
            <a:off x="128833" y="10687"/>
            <a:ext cx="10972800" cy="721149"/>
          </a:xfrm>
        </p:spPr>
        <p:txBody>
          <a:bodyPr>
            <a:normAutofit fontScale="90000"/>
          </a:bodyPr>
          <a:lstStyle/>
          <a:p>
            <a:pPr algn="l" eaLnBrk="1" hangingPunct="1"/>
            <a:r>
              <a:rPr lang="en-US" altLang="en-US">
                <a:solidFill>
                  <a:srgbClr val="04B452"/>
                </a:solidFill>
              </a:rPr>
              <a:t>Naïve Bayes Classifier</a:t>
            </a:r>
          </a:p>
        </p:txBody>
      </p:sp>
      <p:sp>
        <p:nvSpPr>
          <p:cNvPr id="9219" name="Rectangle 3">
            <a:extLst>
              <a:ext uri="{FF2B5EF4-FFF2-40B4-BE49-F238E27FC236}">
                <a16:creationId xmlns:a16="http://schemas.microsoft.com/office/drawing/2014/main" id="{FFF5F3F6-7D18-D965-5607-8D474ACA0608}"/>
              </a:ext>
            </a:extLst>
          </p:cNvPr>
          <p:cNvSpPr>
            <a:spLocks noGrp="1" noChangeArrowheads="1"/>
          </p:cNvSpPr>
          <p:nvPr>
            <p:ph idx="1"/>
          </p:nvPr>
        </p:nvSpPr>
        <p:spPr>
          <a:xfrm>
            <a:off x="128833" y="912044"/>
            <a:ext cx="10972800" cy="4525963"/>
          </a:xfrm>
        </p:spPr>
        <p:txBody>
          <a:bodyPr/>
          <a:lstStyle/>
          <a:p>
            <a:pPr eaLnBrk="1" hangingPunct="1"/>
            <a:r>
              <a:rPr lang="en-US" altLang="en-US"/>
              <a:t>Problem statement:</a:t>
            </a:r>
          </a:p>
          <a:p>
            <a:pPr lvl="1" eaLnBrk="1" hangingPunct="1"/>
            <a:r>
              <a:rPr lang="en-US" altLang="en-US"/>
              <a:t>Given features X</a:t>
            </a:r>
            <a:r>
              <a:rPr lang="en-US" altLang="en-US" baseline="-25000"/>
              <a:t>1</a:t>
            </a:r>
            <a:r>
              <a:rPr lang="en-US" altLang="en-US"/>
              <a:t>,X</a:t>
            </a:r>
            <a:r>
              <a:rPr lang="en-US" altLang="en-US" baseline="-25000"/>
              <a:t>2</a:t>
            </a:r>
            <a:r>
              <a:rPr lang="en-US" altLang="en-US"/>
              <a:t>,…,X</a:t>
            </a:r>
            <a:r>
              <a:rPr lang="en-US" altLang="en-US" baseline="-25000"/>
              <a:t>n</a:t>
            </a:r>
            <a:endParaRPr lang="en-US" altLang="en-US"/>
          </a:p>
          <a:p>
            <a:pPr lvl="1" eaLnBrk="1" hangingPunct="1"/>
            <a:r>
              <a:rPr lang="en-US" altLang="en-US"/>
              <a:t>Predict a label Y</a:t>
            </a:r>
          </a:p>
          <a:p>
            <a:pPr lvl="1" eaLnBrk="1" hangingPunct="1"/>
            <a:endParaRPr lang="en-US" altLang="en-US"/>
          </a:p>
          <a:p>
            <a:pPr marL="571500" indent="-457200"/>
            <a:r>
              <a:rPr lang="en-US" altLang="en-US"/>
              <a:t>The </a:t>
            </a:r>
            <a:r>
              <a:rPr lang="en-US" altLang="en-US" i="1"/>
              <a:t>Naïve Bayes Assumption</a:t>
            </a:r>
            <a:r>
              <a:rPr lang="en-US" altLang="en-US"/>
              <a:t>: Assume that all features are independent </a:t>
            </a:r>
            <a:r>
              <a:rPr lang="en-US" altLang="en-US" b="1"/>
              <a:t>given the class label Y</a:t>
            </a:r>
            <a:endParaRPr lang="en-US" altLang="en-US"/>
          </a:p>
          <a:p>
            <a:pPr lvl="1" eaLnBrk="1" hangingPunct="1"/>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47C534-E867-D785-3607-7B1E43C4A06A}"/>
              </a:ext>
            </a:extLst>
          </p:cNvPr>
          <p:cNvPicPr>
            <a:picLocks noChangeAspect="1"/>
          </p:cNvPicPr>
          <p:nvPr/>
        </p:nvPicPr>
        <p:blipFill>
          <a:blip r:embed="rId2"/>
          <a:stretch>
            <a:fillRect/>
          </a:stretch>
        </p:blipFill>
        <p:spPr>
          <a:xfrm>
            <a:off x="1000551" y="1578299"/>
            <a:ext cx="3741131" cy="2120139"/>
          </a:xfrm>
          <a:prstGeom prst="rect">
            <a:avLst/>
          </a:prstGeom>
        </p:spPr>
      </p:pic>
      <p:pic>
        <p:nvPicPr>
          <p:cNvPr id="5" name="Picture 4">
            <a:extLst>
              <a:ext uri="{FF2B5EF4-FFF2-40B4-BE49-F238E27FC236}">
                <a16:creationId xmlns:a16="http://schemas.microsoft.com/office/drawing/2014/main" id="{6B283E7F-66FC-90E3-6F04-2A21C0605C12}"/>
              </a:ext>
            </a:extLst>
          </p:cNvPr>
          <p:cNvPicPr>
            <a:picLocks noChangeAspect="1"/>
          </p:cNvPicPr>
          <p:nvPr/>
        </p:nvPicPr>
        <p:blipFill rotWithShape="1">
          <a:blip r:embed="rId3"/>
          <a:srcRect b="23676"/>
          <a:stretch/>
        </p:blipFill>
        <p:spPr>
          <a:xfrm>
            <a:off x="6001920" y="1596064"/>
            <a:ext cx="5843895" cy="2102373"/>
          </a:xfrm>
          <a:prstGeom prst="rect">
            <a:avLst/>
          </a:prstGeom>
        </p:spPr>
      </p:pic>
      <p:sp>
        <p:nvSpPr>
          <p:cNvPr id="6" name="TextBox 5">
            <a:extLst>
              <a:ext uri="{FF2B5EF4-FFF2-40B4-BE49-F238E27FC236}">
                <a16:creationId xmlns:a16="http://schemas.microsoft.com/office/drawing/2014/main" id="{1106D152-9F6F-1074-8AF6-BA02888D72B6}"/>
              </a:ext>
            </a:extLst>
          </p:cNvPr>
          <p:cNvSpPr txBox="1"/>
          <p:nvPr/>
        </p:nvSpPr>
        <p:spPr>
          <a:xfrm>
            <a:off x="7004115" y="4264058"/>
            <a:ext cx="4234429" cy="1754326"/>
          </a:xfrm>
          <a:prstGeom prst="rect">
            <a:avLst/>
          </a:prstGeom>
          <a:noFill/>
        </p:spPr>
        <p:txBody>
          <a:bodyPr wrap="none" rtlCol="0">
            <a:spAutoFit/>
          </a:bodyPr>
          <a:lstStyle/>
          <a:p>
            <a:r>
              <a:rPr lang="en-US"/>
              <a:t>What is the probability of getting a Queen?</a:t>
            </a:r>
          </a:p>
          <a:p>
            <a:endParaRPr lang="en-US"/>
          </a:p>
          <a:p>
            <a:r>
              <a:rPr lang="en-US"/>
              <a:t>Total Cards = 52</a:t>
            </a:r>
          </a:p>
          <a:p>
            <a:r>
              <a:rPr lang="en-US"/>
              <a:t>Number of Queens = 4</a:t>
            </a:r>
          </a:p>
          <a:p>
            <a:endParaRPr lang="en-US"/>
          </a:p>
          <a:p>
            <a:r>
              <a:rPr lang="en-US"/>
              <a:t>P(Queen) = 4 / 52 = 1/13</a:t>
            </a:r>
          </a:p>
        </p:txBody>
      </p:sp>
      <p:sp>
        <p:nvSpPr>
          <p:cNvPr id="7" name="TextBox 6">
            <a:extLst>
              <a:ext uri="{FF2B5EF4-FFF2-40B4-BE49-F238E27FC236}">
                <a16:creationId xmlns:a16="http://schemas.microsoft.com/office/drawing/2014/main" id="{267B45E4-A7AB-FEC4-A2DE-1439A1B2128F}"/>
              </a:ext>
            </a:extLst>
          </p:cNvPr>
          <p:cNvSpPr txBox="1"/>
          <p:nvPr/>
        </p:nvSpPr>
        <p:spPr>
          <a:xfrm>
            <a:off x="878003" y="4264058"/>
            <a:ext cx="5361981" cy="1754326"/>
          </a:xfrm>
          <a:prstGeom prst="rect">
            <a:avLst/>
          </a:prstGeom>
          <a:noFill/>
        </p:spPr>
        <p:txBody>
          <a:bodyPr wrap="none" rtlCol="0">
            <a:spAutoFit/>
          </a:bodyPr>
          <a:lstStyle/>
          <a:p>
            <a:r>
              <a:rPr lang="en-US"/>
              <a:t>What is the probability of getting a Head in a coin toss?</a:t>
            </a:r>
          </a:p>
          <a:p>
            <a:endParaRPr lang="en-US"/>
          </a:p>
          <a:p>
            <a:r>
              <a:rPr lang="en-US"/>
              <a:t>Number of Possibilities = 2</a:t>
            </a:r>
          </a:p>
          <a:p>
            <a:r>
              <a:rPr lang="en-US"/>
              <a:t> </a:t>
            </a:r>
          </a:p>
          <a:p>
            <a:endParaRPr lang="en-US"/>
          </a:p>
          <a:p>
            <a:r>
              <a:rPr lang="en-US"/>
              <a:t>P(head) = 1/2 </a:t>
            </a:r>
          </a:p>
        </p:txBody>
      </p:sp>
      <p:sp>
        <p:nvSpPr>
          <p:cNvPr id="8" name="Rectangle 2">
            <a:extLst>
              <a:ext uri="{FF2B5EF4-FFF2-40B4-BE49-F238E27FC236}">
                <a16:creationId xmlns:a16="http://schemas.microsoft.com/office/drawing/2014/main" id="{06D0EC45-95D6-843E-8A0D-7B427CC1E97B}"/>
              </a:ext>
            </a:extLst>
          </p:cNvPr>
          <p:cNvSpPr txBox="1">
            <a:spLocks noChangeArrowheads="1"/>
          </p:cNvSpPr>
          <p:nvPr/>
        </p:nvSpPr>
        <p:spPr>
          <a:xfrm>
            <a:off x="0" y="50976"/>
            <a:ext cx="9272626" cy="612794"/>
          </a:xfrm>
          <a:prstGeom prst="rect">
            <a:avLst/>
          </a:prstGeom>
        </p:spPr>
        <p:txBody>
          <a:bodyP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en-US">
                <a:solidFill>
                  <a:srgbClr val="04B452"/>
                </a:solidFill>
              </a:rPr>
              <a:t>Probability Basics</a:t>
            </a:r>
          </a:p>
        </p:txBody>
      </p:sp>
    </p:spTree>
    <p:extLst>
      <p:ext uri="{BB962C8B-B14F-4D97-AF65-F5344CB8AC3E}">
        <p14:creationId xmlns:p14="http://schemas.microsoft.com/office/powerpoint/2010/main" val="16017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8D40E7A-E557-875E-71DC-8D6AA3A7A428}"/>
              </a:ext>
            </a:extLst>
          </p:cNvPr>
          <p:cNvPicPr>
            <a:picLocks noChangeAspect="1"/>
          </p:cNvPicPr>
          <p:nvPr/>
        </p:nvPicPr>
        <p:blipFill>
          <a:blip r:embed="rId2"/>
          <a:stretch>
            <a:fillRect/>
          </a:stretch>
        </p:blipFill>
        <p:spPr>
          <a:xfrm>
            <a:off x="2490933" y="3208706"/>
            <a:ext cx="5943779" cy="3598317"/>
          </a:xfrm>
          <a:prstGeom prst="rect">
            <a:avLst/>
          </a:prstGeom>
        </p:spPr>
      </p:pic>
      <p:sp>
        <p:nvSpPr>
          <p:cNvPr id="6" name="Rectangle 2">
            <a:extLst>
              <a:ext uri="{FF2B5EF4-FFF2-40B4-BE49-F238E27FC236}">
                <a16:creationId xmlns:a16="http://schemas.microsoft.com/office/drawing/2014/main" id="{D45AA8CC-1C7C-3A66-5CFB-5192D9552E81}"/>
              </a:ext>
            </a:extLst>
          </p:cNvPr>
          <p:cNvSpPr txBox="1">
            <a:spLocks noChangeArrowheads="1"/>
          </p:cNvSpPr>
          <p:nvPr/>
        </p:nvSpPr>
        <p:spPr>
          <a:xfrm>
            <a:off x="0" y="50976"/>
            <a:ext cx="9272626" cy="612794"/>
          </a:xfrm>
          <a:prstGeom prst="rect">
            <a:avLst/>
          </a:prstGeom>
        </p:spPr>
        <p:txBody>
          <a:bodyP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en-US">
                <a:solidFill>
                  <a:srgbClr val="04B452"/>
                </a:solidFill>
              </a:rPr>
              <a:t>Conditional Probability</a:t>
            </a:r>
          </a:p>
        </p:txBody>
      </p:sp>
      <p:pic>
        <p:nvPicPr>
          <p:cNvPr id="8" name="Picture 7">
            <a:extLst>
              <a:ext uri="{FF2B5EF4-FFF2-40B4-BE49-F238E27FC236}">
                <a16:creationId xmlns:a16="http://schemas.microsoft.com/office/drawing/2014/main" id="{13623546-96D0-BA1F-B098-31A15C589EF4}"/>
              </a:ext>
            </a:extLst>
          </p:cNvPr>
          <p:cNvPicPr>
            <a:picLocks noChangeAspect="1"/>
          </p:cNvPicPr>
          <p:nvPr/>
        </p:nvPicPr>
        <p:blipFill rotWithShape="1">
          <a:blip r:embed="rId3"/>
          <a:srcRect t="29548"/>
          <a:stretch/>
        </p:blipFill>
        <p:spPr>
          <a:xfrm>
            <a:off x="5462823" y="942540"/>
            <a:ext cx="6143974" cy="1987396"/>
          </a:xfrm>
          <a:prstGeom prst="rect">
            <a:avLst/>
          </a:prstGeom>
        </p:spPr>
      </p:pic>
      <p:pic>
        <p:nvPicPr>
          <p:cNvPr id="10" name="Picture 9">
            <a:extLst>
              <a:ext uri="{FF2B5EF4-FFF2-40B4-BE49-F238E27FC236}">
                <a16:creationId xmlns:a16="http://schemas.microsoft.com/office/drawing/2014/main" id="{E7828712-9AFF-E7D9-1F99-91DE95192AC6}"/>
              </a:ext>
            </a:extLst>
          </p:cNvPr>
          <p:cNvPicPr>
            <a:picLocks noChangeAspect="1"/>
          </p:cNvPicPr>
          <p:nvPr/>
        </p:nvPicPr>
        <p:blipFill>
          <a:blip r:embed="rId4"/>
          <a:stretch>
            <a:fillRect/>
          </a:stretch>
        </p:blipFill>
        <p:spPr>
          <a:xfrm>
            <a:off x="508308" y="942540"/>
            <a:ext cx="4843409" cy="1987396"/>
          </a:xfrm>
          <a:prstGeom prst="rect">
            <a:avLst/>
          </a:prstGeom>
        </p:spPr>
      </p:pic>
      <p:sp>
        <p:nvSpPr>
          <p:cNvPr id="11" name="Arrow: Right 10">
            <a:extLst>
              <a:ext uri="{FF2B5EF4-FFF2-40B4-BE49-F238E27FC236}">
                <a16:creationId xmlns:a16="http://schemas.microsoft.com/office/drawing/2014/main" id="{C1A7CCE9-A64D-7C60-E1D0-33E9776A0535}"/>
              </a:ext>
            </a:extLst>
          </p:cNvPr>
          <p:cNvSpPr/>
          <p:nvPr/>
        </p:nvSpPr>
        <p:spPr>
          <a:xfrm rot="1539472">
            <a:off x="4758961" y="421738"/>
            <a:ext cx="1679383" cy="4846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0915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D45AA8CC-1C7C-3A66-5CFB-5192D9552E81}"/>
              </a:ext>
            </a:extLst>
          </p:cNvPr>
          <p:cNvSpPr txBox="1">
            <a:spLocks noChangeArrowheads="1"/>
          </p:cNvSpPr>
          <p:nvPr/>
        </p:nvSpPr>
        <p:spPr>
          <a:xfrm>
            <a:off x="0" y="50976"/>
            <a:ext cx="9272626" cy="612794"/>
          </a:xfrm>
          <a:prstGeom prst="rect">
            <a:avLst/>
          </a:prstGeom>
        </p:spPr>
        <p:txBody>
          <a:bodyP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en-US">
                <a:solidFill>
                  <a:srgbClr val="04B452"/>
                </a:solidFill>
              </a:rPr>
              <a:t>Bayes Theoram </a:t>
            </a:r>
          </a:p>
        </p:txBody>
      </p:sp>
      <p:pic>
        <p:nvPicPr>
          <p:cNvPr id="3074" name="Picture 2">
            <a:extLst>
              <a:ext uri="{FF2B5EF4-FFF2-40B4-BE49-F238E27FC236}">
                <a16:creationId xmlns:a16="http://schemas.microsoft.com/office/drawing/2014/main" id="{69C4D61D-29F4-8096-69F2-0ACCFA0D6A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152" y="739282"/>
            <a:ext cx="6892817" cy="496393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E775941-860F-D73C-33F1-9EB7B3AD82BC}"/>
              </a:ext>
            </a:extLst>
          </p:cNvPr>
          <p:cNvSpPr txBox="1"/>
          <p:nvPr/>
        </p:nvSpPr>
        <p:spPr>
          <a:xfrm>
            <a:off x="117333" y="6437692"/>
            <a:ext cx="6206246" cy="369332"/>
          </a:xfrm>
          <a:prstGeom prst="rect">
            <a:avLst/>
          </a:prstGeom>
          <a:noFill/>
        </p:spPr>
        <p:txBody>
          <a:bodyPr wrap="square">
            <a:spAutoFit/>
          </a:bodyPr>
          <a:lstStyle/>
          <a:p>
            <a:r>
              <a:rPr lang="en-US">
                <a:hlinkClick r:id="rId3"/>
              </a:rPr>
              <a:t>https://aman.ai/primers/ai/bayes-theorem/</a:t>
            </a:r>
            <a:r>
              <a:rPr lang="en-US"/>
              <a:t> </a:t>
            </a:r>
          </a:p>
        </p:txBody>
      </p:sp>
      <p:pic>
        <p:nvPicPr>
          <p:cNvPr id="3076" name="Picture 4" descr="Bayes' theorem - Mastering Machine Learning with scikit-learn - Second  Edition [Book]">
            <a:extLst>
              <a:ext uri="{FF2B5EF4-FFF2-40B4-BE49-F238E27FC236}">
                <a16:creationId xmlns:a16="http://schemas.microsoft.com/office/drawing/2014/main" id="{0760FFFC-C469-E589-979C-3AF8FFDFE5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8134" y="3253089"/>
            <a:ext cx="3658238" cy="1053953"/>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Thomas Bayes - Wikipedia">
            <a:extLst>
              <a:ext uri="{FF2B5EF4-FFF2-40B4-BE49-F238E27FC236}">
                <a16:creationId xmlns:a16="http://schemas.microsoft.com/office/drawing/2014/main" id="{78B3B666-94E5-C84E-F02A-82B451F43E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60861" y="357373"/>
            <a:ext cx="2095500" cy="22479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1617972-FDE5-2B80-4142-189197B6173B}"/>
              </a:ext>
            </a:extLst>
          </p:cNvPr>
          <p:cNvSpPr txBox="1"/>
          <p:nvPr/>
        </p:nvSpPr>
        <p:spPr>
          <a:xfrm>
            <a:off x="8870622" y="2727004"/>
            <a:ext cx="1516056" cy="369332"/>
          </a:xfrm>
          <a:prstGeom prst="rect">
            <a:avLst/>
          </a:prstGeom>
          <a:noFill/>
        </p:spPr>
        <p:txBody>
          <a:bodyPr wrap="none" rtlCol="0">
            <a:spAutoFit/>
          </a:bodyPr>
          <a:lstStyle/>
          <a:p>
            <a:r>
              <a:rPr lang="en-US"/>
              <a:t>Thomas Bayes</a:t>
            </a:r>
          </a:p>
        </p:txBody>
      </p:sp>
      <p:graphicFrame>
        <p:nvGraphicFramePr>
          <p:cNvPr id="9" name="Object 13">
            <a:extLst>
              <a:ext uri="{FF2B5EF4-FFF2-40B4-BE49-F238E27FC236}">
                <a16:creationId xmlns:a16="http://schemas.microsoft.com/office/drawing/2014/main" id="{0CFF0C9A-2E62-37C9-CCA7-656393D142B9}"/>
              </a:ext>
            </a:extLst>
          </p:cNvPr>
          <p:cNvGraphicFramePr>
            <a:graphicFrameLocks noChangeAspect="1"/>
          </p:cNvGraphicFramePr>
          <p:nvPr>
            <p:extLst>
              <p:ext uri="{D42A27DB-BD31-4B8C-83A1-F6EECF244321}">
                <p14:modId xmlns:p14="http://schemas.microsoft.com/office/powerpoint/2010/main" val="526723729"/>
              </p:ext>
            </p:extLst>
          </p:nvPr>
        </p:nvGraphicFramePr>
        <p:xfrm>
          <a:off x="7709323" y="4630468"/>
          <a:ext cx="4395859" cy="931583"/>
        </p:xfrm>
        <a:graphic>
          <a:graphicData uri="http://schemas.openxmlformats.org/presentationml/2006/ole">
            <mc:AlternateContent xmlns:mc="http://schemas.openxmlformats.org/markup-compatibility/2006">
              <mc:Choice xmlns:v="urn:schemas-microsoft-com:vml" Requires="v">
                <p:oleObj name="Equation" r:id="rId6" imgW="1498320" imgH="317160" progId="Equation.3">
                  <p:embed/>
                </p:oleObj>
              </mc:Choice>
              <mc:Fallback>
                <p:oleObj name="Equation" r:id="rId6" imgW="1498320" imgH="317160" progId="Equation.3">
                  <p:embed/>
                  <p:pic>
                    <p:nvPicPr>
                      <p:cNvPr id="1032" name="Object 13">
                        <a:extLst>
                          <a:ext uri="{FF2B5EF4-FFF2-40B4-BE49-F238E27FC236}">
                            <a16:creationId xmlns:a16="http://schemas.microsoft.com/office/drawing/2014/main" id="{E21C32A4-0539-89CD-8FBD-C67B1A468D3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09323" y="4630468"/>
                        <a:ext cx="4395859" cy="931583"/>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570174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D45AA8CC-1C7C-3A66-5CFB-5192D9552E81}"/>
              </a:ext>
            </a:extLst>
          </p:cNvPr>
          <p:cNvSpPr txBox="1">
            <a:spLocks noChangeArrowheads="1"/>
          </p:cNvSpPr>
          <p:nvPr/>
        </p:nvSpPr>
        <p:spPr>
          <a:xfrm>
            <a:off x="0" y="50976"/>
            <a:ext cx="9272626" cy="612794"/>
          </a:xfrm>
          <a:prstGeom prst="rect">
            <a:avLst/>
          </a:prstGeom>
        </p:spPr>
        <p:txBody>
          <a:bodyP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en-US">
                <a:solidFill>
                  <a:srgbClr val="04B452"/>
                </a:solidFill>
              </a:rPr>
              <a:t>Conditional Probability</a:t>
            </a:r>
          </a:p>
        </p:txBody>
      </p:sp>
      <p:pic>
        <p:nvPicPr>
          <p:cNvPr id="3" name="Picture 2">
            <a:extLst>
              <a:ext uri="{FF2B5EF4-FFF2-40B4-BE49-F238E27FC236}">
                <a16:creationId xmlns:a16="http://schemas.microsoft.com/office/drawing/2014/main" id="{001772A6-A4D5-C33C-4282-53A27C204C73}"/>
              </a:ext>
            </a:extLst>
          </p:cNvPr>
          <p:cNvPicPr>
            <a:picLocks noChangeAspect="1"/>
          </p:cNvPicPr>
          <p:nvPr/>
        </p:nvPicPr>
        <p:blipFill>
          <a:blip r:embed="rId2"/>
          <a:stretch>
            <a:fillRect/>
          </a:stretch>
        </p:blipFill>
        <p:spPr>
          <a:xfrm>
            <a:off x="248570" y="1266065"/>
            <a:ext cx="11694860" cy="4325870"/>
          </a:xfrm>
          <a:prstGeom prst="rect">
            <a:avLst/>
          </a:prstGeom>
        </p:spPr>
      </p:pic>
    </p:spTree>
    <p:extLst>
      <p:ext uri="{BB962C8B-B14F-4D97-AF65-F5344CB8AC3E}">
        <p14:creationId xmlns:p14="http://schemas.microsoft.com/office/powerpoint/2010/main" val="2822974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Slide Number Placeholder 5">
            <a:extLst>
              <a:ext uri="{FF2B5EF4-FFF2-40B4-BE49-F238E27FC236}">
                <a16:creationId xmlns:a16="http://schemas.microsoft.com/office/drawing/2014/main" id="{D87C1E54-7DD5-B968-1D82-454E202437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5990" eaLnBrk="0" hangingPunct="0">
              <a:defRPr sz="4535">
                <a:solidFill>
                  <a:schemeClr val="tx1"/>
                </a:solidFill>
                <a:latin typeface="Times New Roman" panose="02020603050405020304" pitchFamily="18" charset="0"/>
              </a:defRPr>
            </a:lvl1pPr>
            <a:lvl2pPr marL="673856" indent="-259175" defTabSz="945990" eaLnBrk="0" hangingPunct="0">
              <a:defRPr sz="4535">
                <a:solidFill>
                  <a:schemeClr val="tx1"/>
                </a:solidFill>
                <a:latin typeface="Times New Roman" panose="02020603050405020304" pitchFamily="18" charset="0"/>
              </a:defRPr>
            </a:lvl2pPr>
            <a:lvl3pPr marL="1036701" indent="-207340" defTabSz="945990" eaLnBrk="0" hangingPunct="0">
              <a:defRPr sz="4535">
                <a:solidFill>
                  <a:schemeClr val="tx1"/>
                </a:solidFill>
                <a:latin typeface="Times New Roman" panose="02020603050405020304" pitchFamily="18" charset="0"/>
              </a:defRPr>
            </a:lvl3pPr>
            <a:lvl4pPr marL="1451381" indent="-207340" defTabSz="945990" eaLnBrk="0" hangingPunct="0">
              <a:defRPr sz="4535">
                <a:solidFill>
                  <a:schemeClr val="tx1"/>
                </a:solidFill>
                <a:latin typeface="Times New Roman" panose="02020603050405020304" pitchFamily="18" charset="0"/>
              </a:defRPr>
            </a:lvl4pPr>
            <a:lvl5pPr marL="1866062" indent="-207340" defTabSz="945990" eaLnBrk="0" hangingPunct="0">
              <a:defRPr sz="4535">
                <a:solidFill>
                  <a:schemeClr val="tx1"/>
                </a:solidFill>
                <a:latin typeface="Times New Roman" panose="02020603050405020304" pitchFamily="18" charset="0"/>
              </a:defRPr>
            </a:lvl5pPr>
            <a:lvl6pPr marL="2280742" indent="-207340" defTabSz="945990" eaLnBrk="0" fontAlgn="base" hangingPunct="0">
              <a:spcBef>
                <a:spcPct val="0"/>
              </a:spcBef>
              <a:spcAft>
                <a:spcPct val="0"/>
              </a:spcAft>
              <a:defRPr sz="4535">
                <a:solidFill>
                  <a:schemeClr val="tx1"/>
                </a:solidFill>
                <a:latin typeface="Times New Roman" panose="02020603050405020304" pitchFamily="18" charset="0"/>
              </a:defRPr>
            </a:lvl6pPr>
            <a:lvl7pPr marL="2695423" indent="-207340" defTabSz="945990" eaLnBrk="0" fontAlgn="base" hangingPunct="0">
              <a:spcBef>
                <a:spcPct val="0"/>
              </a:spcBef>
              <a:spcAft>
                <a:spcPct val="0"/>
              </a:spcAft>
              <a:defRPr sz="4535">
                <a:solidFill>
                  <a:schemeClr val="tx1"/>
                </a:solidFill>
                <a:latin typeface="Times New Roman" panose="02020603050405020304" pitchFamily="18" charset="0"/>
              </a:defRPr>
            </a:lvl7pPr>
            <a:lvl8pPr marL="3110103" indent="-207340" defTabSz="945990" eaLnBrk="0" fontAlgn="base" hangingPunct="0">
              <a:spcBef>
                <a:spcPct val="0"/>
              </a:spcBef>
              <a:spcAft>
                <a:spcPct val="0"/>
              </a:spcAft>
              <a:defRPr sz="4535">
                <a:solidFill>
                  <a:schemeClr val="tx1"/>
                </a:solidFill>
                <a:latin typeface="Times New Roman" panose="02020603050405020304" pitchFamily="18" charset="0"/>
              </a:defRPr>
            </a:lvl8pPr>
            <a:lvl9pPr marL="3524783" indent="-207340" defTabSz="945990" eaLnBrk="0" fontAlgn="base" hangingPunct="0">
              <a:spcBef>
                <a:spcPct val="0"/>
              </a:spcBef>
              <a:spcAft>
                <a:spcPct val="0"/>
              </a:spcAft>
              <a:defRPr sz="4535">
                <a:solidFill>
                  <a:schemeClr val="tx1"/>
                </a:solidFill>
                <a:latin typeface="Times New Roman" panose="02020603050405020304" pitchFamily="18" charset="0"/>
              </a:defRPr>
            </a:lvl9pPr>
          </a:lstStyle>
          <a:p>
            <a:pPr eaLnBrk="1" hangingPunct="1"/>
            <a:fld id="{9D9B74F2-DF26-4057-9BC7-FA3D892C74D4}" type="slidenum">
              <a:rPr lang="en-GB" altLang="en-US" sz="1451">
                <a:latin typeface="Arial" panose="020B0604020202020204" pitchFamily="34" charset="0"/>
              </a:rPr>
              <a:pPr eaLnBrk="1" hangingPunct="1"/>
              <a:t>9</a:t>
            </a:fld>
            <a:endParaRPr lang="en-GB" altLang="en-US" sz="1451">
              <a:latin typeface="Arial" panose="020B0604020202020204" pitchFamily="34" charset="0"/>
            </a:endParaRPr>
          </a:p>
        </p:txBody>
      </p:sp>
      <p:sp>
        <p:nvSpPr>
          <p:cNvPr id="16388" name="Rectangle 2">
            <a:extLst>
              <a:ext uri="{FF2B5EF4-FFF2-40B4-BE49-F238E27FC236}">
                <a16:creationId xmlns:a16="http://schemas.microsoft.com/office/drawing/2014/main" id="{E11C5CB4-6F0C-B99A-4357-C6C2F9A74CB8}"/>
              </a:ext>
            </a:extLst>
          </p:cNvPr>
          <p:cNvSpPr>
            <a:spLocks noGrp="1" noChangeArrowheads="1"/>
          </p:cNvSpPr>
          <p:nvPr>
            <p:ph type="title"/>
          </p:nvPr>
        </p:nvSpPr>
        <p:spPr>
          <a:xfrm>
            <a:off x="0" y="50976"/>
            <a:ext cx="9272626" cy="612794"/>
          </a:xfrm>
        </p:spPr>
        <p:txBody>
          <a:bodyPr>
            <a:normAutofit fontScale="90000"/>
          </a:bodyPr>
          <a:lstStyle/>
          <a:p>
            <a:pPr algn="l" eaLnBrk="1" hangingPunct="1"/>
            <a:r>
              <a:rPr lang="en-US" altLang="en-US" b="0">
                <a:solidFill>
                  <a:srgbClr val="04B452"/>
                </a:solidFill>
              </a:rPr>
              <a:t>Example: Play Tennis	</a:t>
            </a:r>
          </a:p>
        </p:txBody>
      </p:sp>
      <p:sp>
        <p:nvSpPr>
          <p:cNvPr id="16389" name="Rectangle 3">
            <a:extLst>
              <a:ext uri="{FF2B5EF4-FFF2-40B4-BE49-F238E27FC236}">
                <a16:creationId xmlns:a16="http://schemas.microsoft.com/office/drawing/2014/main" id="{5A2ACB16-E9F6-8118-E59B-182E24689E87}"/>
              </a:ext>
            </a:extLst>
          </p:cNvPr>
          <p:cNvSpPr>
            <a:spLocks noGrp="1" noChangeArrowheads="1"/>
          </p:cNvSpPr>
          <p:nvPr>
            <p:ph type="body" idx="1"/>
          </p:nvPr>
        </p:nvSpPr>
        <p:spPr>
          <a:xfrm>
            <a:off x="1603672" y="1218112"/>
            <a:ext cx="9063849" cy="5114343"/>
          </a:xfrm>
        </p:spPr>
        <p:txBody>
          <a:bodyPr/>
          <a:lstStyle/>
          <a:p>
            <a:pPr marL="483794" indent="-483794">
              <a:lnSpc>
                <a:spcPct val="110000"/>
              </a:lnSpc>
            </a:pPr>
            <a:endParaRPr lang="en-US" altLang="en-US"/>
          </a:p>
          <a:p>
            <a:pPr marL="483794" indent="-483794">
              <a:lnSpc>
                <a:spcPct val="110000"/>
              </a:lnSpc>
              <a:buNone/>
            </a:pPr>
            <a:r>
              <a:rPr lang="en-US" altLang="en-US" sz="2902"/>
              <a:t>     </a:t>
            </a:r>
          </a:p>
        </p:txBody>
      </p:sp>
      <p:sp>
        <p:nvSpPr>
          <p:cNvPr id="16390" name="Rectangle 4">
            <a:extLst>
              <a:ext uri="{FF2B5EF4-FFF2-40B4-BE49-F238E27FC236}">
                <a16:creationId xmlns:a16="http://schemas.microsoft.com/office/drawing/2014/main" id="{24918EA2-573D-01A9-872C-11D0C904B95B}"/>
              </a:ext>
            </a:extLst>
          </p:cNvPr>
          <p:cNvSpPr>
            <a:spLocks noChangeArrowheads="1"/>
          </p:cNvSpPr>
          <p:nvPr/>
        </p:nvSpPr>
        <p:spPr bwMode="auto">
          <a:xfrm>
            <a:off x="390379" y="871828"/>
            <a:ext cx="9191995" cy="5114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05" tIns="47302" rIns="94605" bIns="47302"/>
          <a:lstStyle>
            <a:lvl1pPr marL="533400" indent="-533400" defTabSz="1042988" eaLnBrk="0" hangingPunct="0">
              <a:defRPr sz="5000">
                <a:solidFill>
                  <a:schemeClr val="tx1"/>
                </a:solidFill>
                <a:latin typeface="Times New Roman" panose="02020603050405020304" pitchFamily="18" charset="0"/>
              </a:defRPr>
            </a:lvl1pPr>
            <a:lvl2pPr marL="742950" indent="-285750" defTabSz="1042988" eaLnBrk="0" hangingPunct="0">
              <a:defRPr sz="5000">
                <a:solidFill>
                  <a:schemeClr val="tx1"/>
                </a:solidFill>
                <a:latin typeface="Times New Roman" panose="02020603050405020304" pitchFamily="18" charset="0"/>
              </a:defRPr>
            </a:lvl2pPr>
            <a:lvl3pPr marL="1143000" indent="-228600" defTabSz="1042988" eaLnBrk="0" hangingPunct="0">
              <a:defRPr sz="5000">
                <a:solidFill>
                  <a:schemeClr val="tx1"/>
                </a:solidFill>
                <a:latin typeface="Times New Roman" panose="02020603050405020304" pitchFamily="18" charset="0"/>
              </a:defRPr>
            </a:lvl3pPr>
            <a:lvl4pPr marL="1600200" indent="-228600" defTabSz="1042988" eaLnBrk="0" hangingPunct="0">
              <a:defRPr sz="5000">
                <a:solidFill>
                  <a:schemeClr val="tx1"/>
                </a:solidFill>
                <a:latin typeface="Times New Roman" panose="02020603050405020304" pitchFamily="18" charset="0"/>
              </a:defRPr>
            </a:lvl4pPr>
            <a:lvl5pPr marL="2057400" indent="-228600" defTabSz="1042988" eaLnBrk="0" hangingPunct="0">
              <a:defRPr sz="5000">
                <a:solidFill>
                  <a:schemeClr val="tx1"/>
                </a:solidFill>
                <a:latin typeface="Times New Roman" panose="02020603050405020304" pitchFamily="18" charset="0"/>
              </a:defRPr>
            </a:lvl5pPr>
            <a:lvl6pPr marL="2514600" indent="-228600" defTabSz="1042988" eaLnBrk="0" fontAlgn="base" hangingPunct="0">
              <a:spcBef>
                <a:spcPct val="0"/>
              </a:spcBef>
              <a:spcAft>
                <a:spcPct val="0"/>
              </a:spcAft>
              <a:defRPr sz="5000">
                <a:solidFill>
                  <a:schemeClr val="tx1"/>
                </a:solidFill>
                <a:latin typeface="Times New Roman" panose="02020603050405020304" pitchFamily="18" charset="0"/>
              </a:defRPr>
            </a:lvl6pPr>
            <a:lvl7pPr marL="2971800" indent="-228600" defTabSz="1042988" eaLnBrk="0" fontAlgn="base" hangingPunct="0">
              <a:spcBef>
                <a:spcPct val="0"/>
              </a:spcBef>
              <a:spcAft>
                <a:spcPct val="0"/>
              </a:spcAft>
              <a:defRPr sz="5000">
                <a:solidFill>
                  <a:schemeClr val="tx1"/>
                </a:solidFill>
                <a:latin typeface="Times New Roman" panose="02020603050405020304" pitchFamily="18" charset="0"/>
              </a:defRPr>
            </a:lvl7pPr>
            <a:lvl8pPr marL="3429000" indent="-228600" defTabSz="1042988" eaLnBrk="0" fontAlgn="base" hangingPunct="0">
              <a:spcBef>
                <a:spcPct val="0"/>
              </a:spcBef>
              <a:spcAft>
                <a:spcPct val="0"/>
              </a:spcAft>
              <a:defRPr sz="5000">
                <a:solidFill>
                  <a:schemeClr val="tx1"/>
                </a:solidFill>
                <a:latin typeface="Times New Roman" panose="02020603050405020304" pitchFamily="18" charset="0"/>
              </a:defRPr>
            </a:lvl8pPr>
            <a:lvl9pPr marL="3886200" indent="-228600" defTabSz="1042988" eaLnBrk="0" fontAlgn="base" hangingPunct="0">
              <a:spcBef>
                <a:spcPct val="0"/>
              </a:spcBef>
              <a:spcAft>
                <a:spcPct val="0"/>
              </a:spcAft>
              <a:defRPr sz="5000">
                <a:solidFill>
                  <a:schemeClr val="tx1"/>
                </a:solidFill>
                <a:latin typeface="Times New Roman" panose="02020603050405020304" pitchFamily="18" charset="0"/>
              </a:defRPr>
            </a:lvl9pPr>
          </a:lstStyle>
          <a:p>
            <a:pPr eaLnBrk="1" hangingPunct="1">
              <a:lnSpc>
                <a:spcPct val="120000"/>
              </a:lnSpc>
              <a:spcBef>
                <a:spcPct val="20000"/>
              </a:spcBef>
              <a:buFontTx/>
              <a:buChar char="•"/>
            </a:pPr>
            <a:r>
              <a:rPr lang="en-US" altLang="en-US" sz="2540">
                <a:latin typeface="Tahoma" panose="020B0604030504040204" pitchFamily="34" charset="0"/>
              </a:rPr>
              <a:t>Training Examples</a:t>
            </a:r>
          </a:p>
        </p:txBody>
      </p:sp>
      <p:pic>
        <p:nvPicPr>
          <p:cNvPr id="16391" name="Picture 9">
            <a:extLst>
              <a:ext uri="{FF2B5EF4-FFF2-40B4-BE49-F238E27FC236}">
                <a16:creationId xmlns:a16="http://schemas.microsoft.com/office/drawing/2014/main" id="{2627F050-EAD2-B1A6-578D-2C04F2B32B3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31"/>
          <a:stretch/>
        </p:blipFill>
        <p:spPr bwMode="auto">
          <a:xfrm>
            <a:off x="390379" y="1605447"/>
            <a:ext cx="6012809" cy="4339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Slide Number Placeholder 5">
            <a:extLst>
              <a:ext uri="{FF2B5EF4-FFF2-40B4-BE49-F238E27FC236}">
                <a16:creationId xmlns:a16="http://schemas.microsoft.com/office/drawing/2014/main" id="{5C6741B6-11EE-7E04-65D6-96D9962E6A0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5990" eaLnBrk="0" hangingPunct="0">
              <a:defRPr sz="4535">
                <a:solidFill>
                  <a:schemeClr val="tx1"/>
                </a:solidFill>
                <a:latin typeface="Times New Roman" panose="02020603050405020304" pitchFamily="18" charset="0"/>
              </a:defRPr>
            </a:lvl1pPr>
            <a:lvl2pPr marL="673856" indent="-259175" defTabSz="945990" eaLnBrk="0" hangingPunct="0">
              <a:defRPr sz="4535">
                <a:solidFill>
                  <a:schemeClr val="tx1"/>
                </a:solidFill>
                <a:latin typeface="Times New Roman" panose="02020603050405020304" pitchFamily="18" charset="0"/>
              </a:defRPr>
            </a:lvl2pPr>
            <a:lvl3pPr marL="1036701" indent="-207340" defTabSz="945990" eaLnBrk="0" hangingPunct="0">
              <a:defRPr sz="4535">
                <a:solidFill>
                  <a:schemeClr val="tx1"/>
                </a:solidFill>
                <a:latin typeface="Times New Roman" panose="02020603050405020304" pitchFamily="18" charset="0"/>
              </a:defRPr>
            </a:lvl3pPr>
            <a:lvl4pPr marL="1451381" indent="-207340" defTabSz="945990" eaLnBrk="0" hangingPunct="0">
              <a:defRPr sz="4535">
                <a:solidFill>
                  <a:schemeClr val="tx1"/>
                </a:solidFill>
                <a:latin typeface="Times New Roman" panose="02020603050405020304" pitchFamily="18" charset="0"/>
              </a:defRPr>
            </a:lvl4pPr>
            <a:lvl5pPr marL="1866062" indent="-207340" defTabSz="945990" eaLnBrk="0" hangingPunct="0">
              <a:defRPr sz="4535">
                <a:solidFill>
                  <a:schemeClr val="tx1"/>
                </a:solidFill>
                <a:latin typeface="Times New Roman" panose="02020603050405020304" pitchFamily="18" charset="0"/>
              </a:defRPr>
            </a:lvl5pPr>
            <a:lvl6pPr marL="2280742" indent="-207340" defTabSz="945990" eaLnBrk="0" fontAlgn="base" hangingPunct="0">
              <a:spcBef>
                <a:spcPct val="0"/>
              </a:spcBef>
              <a:spcAft>
                <a:spcPct val="0"/>
              </a:spcAft>
              <a:defRPr sz="4535">
                <a:solidFill>
                  <a:schemeClr val="tx1"/>
                </a:solidFill>
                <a:latin typeface="Times New Roman" panose="02020603050405020304" pitchFamily="18" charset="0"/>
              </a:defRPr>
            </a:lvl6pPr>
            <a:lvl7pPr marL="2695423" indent="-207340" defTabSz="945990" eaLnBrk="0" fontAlgn="base" hangingPunct="0">
              <a:spcBef>
                <a:spcPct val="0"/>
              </a:spcBef>
              <a:spcAft>
                <a:spcPct val="0"/>
              </a:spcAft>
              <a:defRPr sz="4535">
                <a:solidFill>
                  <a:schemeClr val="tx1"/>
                </a:solidFill>
                <a:latin typeface="Times New Roman" panose="02020603050405020304" pitchFamily="18" charset="0"/>
              </a:defRPr>
            </a:lvl7pPr>
            <a:lvl8pPr marL="3110103" indent="-207340" defTabSz="945990" eaLnBrk="0" fontAlgn="base" hangingPunct="0">
              <a:spcBef>
                <a:spcPct val="0"/>
              </a:spcBef>
              <a:spcAft>
                <a:spcPct val="0"/>
              </a:spcAft>
              <a:defRPr sz="4535">
                <a:solidFill>
                  <a:schemeClr val="tx1"/>
                </a:solidFill>
                <a:latin typeface="Times New Roman" panose="02020603050405020304" pitchFamily="18" charset="0"/>
              </a:defRPr>
            </a:lvl8pPr>
            <a:lvl9pPr marL="3524783" indent="-207340" defTabSz="945990" eaLnBrk="0" fontAlgn="base" hangingPunct="0">
              <a:spcBef>
                <a:spcPct val="0"/>
              </a:spcBef>
              <a:spcAft>
                <a:spcPct val="0"/>
              </a:spcAft>
              <a:defRPr sz="4535">
                <a:solidFill>
                  <a:schemeClr val="tx1"/>
                </a:solidFill>
                <a:latin typeface="Times New Roman" panose="02020603050405020304" pitchFamily="18" charset="0"/>
              </a:defRPr>
            </a:lvl9pPr>
          </a:lstStyle>
          <a:p>
            <a:pPr eaLnBrk="1" hangingPunct="1"/>
            <a:fld id="{3397AC3B-C65C-4411-905D-376B9859DBE4}" type="slidenum">
              <a:rPr lang="en-GB" altLang="en-US" sz="1451">
                <a:latin typeface="Arial" panose="020B0604020202020204" pitchFamily="34" charset="0"/>
              </a:rPr>
              <a:pPr eaLnBrk="1" hangingPunct="1"/>
              <a:t>10</a:t>
            </a:fld>
            <a:endParaRPr lang="en-GB" altLang="en-US" sz="1451">
              <a:latin typeface="Arial" panose="020B0604020202020204" pitchFamily="34" charset="0"/>
            </a:endParaRPr>
          </a:p>
        </p:txBody>
      </p:sp>
      <p:sp>
        <p:nvSpPr>
          <p:cNvPr id="17413" name="Rectangle 3">
            <a:extLst>
              <a:ext uri="{FF2B5EF4-FFF2-40B4-BE49-F238E27FC236}">
                <a16:creationId xmlns:a16="http://schemas.microsoft.com/office/drawing/2014/main" id="{E80D2855-D594-D1A8-043C-EAA836EF71EC}"/>
              </a:ext>
            </a:extLst>
          </p:cNvPr>
          <p:cNvSpPr>
            <a:spLocks noGrp="1" noChangeArrowheads="1"/>
          </p:cNvSpPr>
          <p:nvPr>
            <p:ph type="body" idx="1"/>
          </p:nvPr>
        </p:nvSpPr>
        <p:spPr>
          <a:xfrm>
            <a:off x="1603672" y="1218112"/>
            <a:ext cx="9063849" cy="5114343"/>
          </a:xfrm>
        </p:spPr>
        <p:txBody>
          <a:bodyPr/>
          <a:lstStyle/>
          <a:p>
            <a:pPr marL="483794" indent="-483794">
              <a:lnSpc>
                <a:spcPct val="110000"/>
              </a:lnSpc>
            </a:pPr>
            <a:endParaRPr lang="en-US" altLang="en-US" b="1"/>
          </a:p>
          <a:p>
            <a:pPr marL="483794" indent="-483794">
              <a:lnSpc>
                <a:spcPct val="110000"/>
              </a:lnSpc>
              <a:buNone/>
            </a:pPr>
            <a:r>
              <a:rPr lang="en-US" altLang="en-US" sz="2902" b="1"/>
              <a:t>     </a:t>
            </a:r>
          </a:p>
        </p:txBody>
      </p:sp>
      <p:sp>
        <p:nvSpPr>
          <p:cNvPr id="17414" name="Rectangle 4">
            <a:extLst>
              <a:ext uri="{FF2B5EF4-FFF2-40B4-BE49-F238E27FC236}">
                <a16:creationId xmlns:a16="http://schemas.microsoft.com/office/drawing/2014/main" id="{F662F730-FD18-8EF1-F110-D68628E5B763}"/>
              </a:ext>
            </a:extLst>
          </p:cNvPr>
          <p:cNvSpPr>
            <a:spLocks noChangeArrowheads="1"/>
          </p:cNvSpPr>
          <p:nvPr/>
        </p:nvSpPr>
        <p:spPr bwMode="auto">
          <a:xfrm>
            <a:off x="208505" y="802715"/>
            <a:ext cx="9191995" cy="5252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05" tIns="47302" rIns="94605" bIns="47302"/>
          <a:lstStyle>
            <a:lvl1pPr marL="533400" indent="-533400" defTabSz="1042988" eaLnBrk="0" hangingPunct="0">
              <a:defRPr sz="5000">
                <a:solidFill>
                  <a:schemeClr val="tx1"/>
                </a:solidFill>
                <a:latin typeface="Times New Roman" panose="02020603050405020304" pitchFamily="18" charset="0"/>
              </a:defRPr>
            </a:lvl1pPr>
            <a:lvl2pPr marL="742950" indent="-285750" defTabSz="1042988" eaLnBrk="0" hangingPunct="0">
              <a:defRPr sz="5000">
                <a:solidFill>
                  <a:schemeClr val="tx1"/>
                </a:solidFill>
                <a:latin typeface="Times New Roman" panose="02020603050405020304" pitchFamily="18" charset="0"/>
              </a:defRPr>
            </a:lvl2pPr>
            <a:lvl3pPr marL="1143000" indent="-228600" defTabSz="1042988" eaLnBrk="0" hangingPunct="0">
              <a:defRPr sz="5000">
                <a:solidFill>
                  <a:schemeClr val="tx1"/>
                </a:solidFill>
                <a:latin typeface="Times New Roman" panose="02020603050405020304" pitchFamily="18" charset="0"/>
              </a:defRPr>
            </a:lvl3pPr>
            <a:lvl4pPr marL="1600200" indent="-228600" defTabSz="1042988" eaLnBrk="0" hangingPunct="0">
              <a:defRPr sz="5000">
                <a:solidFill>
                  <a:schemeClr val="tx1"/>
                </a:solidFill>
                <a:latin typeface="Times New Roman" panose="02020603050405020304" pitchFamily="18" charset="0"/>
              </a:defRPr>
            </a:lvl4pPr>
            <a:lvl5pPr marL="2057400" indent="-228600" defTabSz="1042988" eaLnBrk="0" hangingPunct="0">
              <a:defRPr sz="5000">
                <a:solidFill>
                  <a:schemeClr val="tx1"/>
                </a:solidFill>
                <a:latin typeface="Times New Roman" panose="02020603050405020304" pitchFamily="18" charset="0"/>
              </a:defRPr>
            </a:lvl5pPr>
            <a:lvl6pPr marL="2514600" indent="-228600" defTabSz="1042988" eaLnBrk="0" fontAlgn="base" hangingPunct="0">
              <a:spcBef>
                <a:spcPct val="0"/>
              </a:spcBef>
              <a:spcAft>
                <a:spcPct val="0"/>
              </a:spcAft>
              <a:defRPr sz="5000">
                <a:solidFill>
                  <a:schemeClr val="tx1"/>
                </a:solidFill>
                <a:latin typeface="Times New Roman" panose="02020603050405020304" pitchFamily="18" charset="0"/>
              </a:defRPr>
            </a:lvl6pPr>
            <a:lvl7pPr marL="2971800" indent="-228600" defTabSz="1042988" eaLnBrk="0" fontAlgn="base" hangingPunct="0">
              <a:spcBef>
                <a:spcPct val="0"/>
              </a:spcBef>
              <a:spcAft>
                <a:spcPct val="0"/>
              </a:spcAft>
              <a:defRPr sz="5000">
                <a:solidFill>
                  <a:schemeClr val="tx1"/>
                </a:solidFill>
                <a:latin typeface="Times New Roman" panose="02020603050405020304" pitchFamily="18" charset="0"/>
              </a:defRPr>
            </a:lvl7pPr>
            <a:lvl8pPr marL="3429000" indent="-228600" defTabSz="1042988" eaLnBrk="0" fontAlgn="base" hangingPunct="0">
              <a:spcBef>
                <a:spcPct val="0"/>
              </a:spcBef>
              <a:spcAft>
                <a:spcPct val="0"/>
              </a:spcAft>
              <a:defRPr sz="5000">
                <a:solidFill>
                  <a:schemeClr val="tx1"/>
                </a:solidFill>
                <a:latin typeface="Times New Roman" panose="02020603050405020304" pitchFamily="18" charset="0"/>
              </a:defRPr>
            </a:lvl8pPr>
            <a:lvl9pPr marL="3886200" indent="-228600" defTabSz="1042988" eaLnBrk="0" fontAlgn="base" hangingPunct="0">
              <a:spcBef>
                <a:spcPct val="0"/>
              </a:spcBef>
              <a:spcAft>
                <a:spcPct val="0"/>
              </a:spcAft>
              <a:defRPr sz="5000">
                <a:solidFill>
                  <a:schemeClr val="tx1"/>
                </a:solidFill>
                <a:latin typeface="Times New Roman" panose="02020603050405020304" pitchFamily="18" charset="0"/>
              </a:defRPr>
            </a:lvl9pPr>
          </a:lstStyle>
          <a:p>
            <a:pPr eaLnBrk="1" hangingPunct="1">
              <a:lnSpc>
                <a:spcPct val="120000"/>
              </a:lnSpc>
              <a:spcBef>
                <a:spcPct val="20000"/>
              </a:spcBef>
              <a:buFontTx/>
              <a:buChar char="•"/>
            </a:pPr>
            <a:r>
              <a:rPr lang="en-US" altLang="en-US" sz="2540">
                <a:latin typeface="Tahoma" panose="020B0604030504040204" pitchFamily="34" charset="0"/>
              </a:rPr>
              <a:t>Learning Phase</a:t>
            </a:r>
          </a:p>
        </p:txBody>
      </p:sp>
      <p:graphicFrame>
        <p:nvGraphicFramePr>
          <p:cNvPr id="541824" name="Group 128">
            <a:extLst>
              <a:ext uri="{FF2B5EF4-FFF2-40B4-BE49-F238E27FC236}">
                <a16:creationId xmlns:a16="http://schemas.microsoft.com/office/drawing/2014/main" id="{75727876-5E60-BDD4-ED57-2762379CF73C}"/>
              </a:ext>
            </a:extLst>
          </p:cNvPr>
          <p:cNvGraphicFramePr>
            <a:graphicFrameLocks noGrp="1"/>
          </p:cNvGraphicFramePr>
          <p:nvPr>
            <p:extLst>
              <p:ext uri="{D42A27DB-BD31-4B8C-83A1-F6EECF244321}">
                <p14:modId xmlns:p14="http://schemas.microsoft.com/office/powerpoint/2010/main" val="2475936244"/>
              </p:ext>
            </p:extLst>
          </p:nvPr>
        </p:nvGraphicFramePr>
        <p:xfrm>
          <a:off x="403189" y="1725562"/>
          <a:ext cx="3301575" cy="1614247"/>
        </p:xfrm>
        <a:graphic>
          <a:graphicData uri="http://schemas.openxmlformats.org/drawingml/2006/table">
            <a:tbl>
              <a:tblPr/>
              <a:tblGrid>
                <a:gridCol w="1100045">
                  <a:extLst>
                    <a:ext uri="{9D8B030D-6E8A-4147-A177-3AD203B41FA5}">
                      <a16:colId xmlns:a16="http://schemas.microsoft.com/office/drawing/2014/main" val="20000"/>
                    </a:ext>
                  </a:extLst>
                </a:gridCol>
                <a:gridCol w="1101485">
                  <a:extLst>
                    <a:ext uri="{9D8B030D-6E8A-4147-A177-3AD203B41FA5}">
                      <a16:colId xmlns:a16="http://schemas.microsoft.com/office/drawing/2014/main" val="20001"/>
                    </a:ext>
                  </a:extLst>
                </a:gridCol>
                <a:gridCol w="1100045">
                  <a:extLst>
                    <a:ext uri="{9D8B030D-6E8A-4147-A177-3AD203B41FA5}">
                      <a16:colId xmlns:a16="http://schemas.microsoft.com/office/drawing/2014/main" val="20002"/>
                    </a:ext>
                  </a:extLst>
                </a:gridCol>
              </a:tblGrid>
              <a:tr h="359515">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accent2"/>
                          </a:solidFill>
                          <a:effectLst/>
                          <a:latin typeface="Palatino Linotype" pitchFamily="18" charset="0"/>
                        </a:rPr>
                        <a:t>Outlook</a:t>
                      </a:r>
                    </a:p>
                  </a:txBody>
                  <a:tcPr marL="82935" marR="82935" marT="41482" marB="4148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Palatino Linotype" pitchFamily="18" charset="0"/>
                        </a:rPr>
                        <a:t>Play=</a:t>
                      </a:r>
                      <a:r>
                        <a:rPr kumimoji="0" lang="en-GB" sz="1800" b="0" i="1" u="none" strike="noStrike" cap="none" normalizeH="0" baseline="0">
                          <a:ln>
                            <a:noFill/>
                          </a:ln>
                          <a:solidFill>
                            <a:schemeClr val="tx1"/>
                          </a:solidFill>
                          <a:effectLst/>
                          <a:latin typeface="Palatino Linotype" pitchFamily="18" charset="0"/>
                        </a:rPr>
                        <a:t>Yes</a:t>
                      </a:r>
                    </a:p>
                  </a:txBody>
                  <a:tcPr marL="82935" marR="82935" marT="41482" marB="41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Palatino Linotype" pitchFamily="18" charset="0"/>
                        </a:rPr>
                        <a:t>Play=</a:t>
                      </a:r>
                      <a:r>
                        <a:rPr kumimoji="0" lang="en-GB" sz="1800" b="0" i="1" u="none" strike="noStrike" cap="none" normalizeH="0" baseline="0">
                          <a:ln>
                            <a:noFill/>
                          </a:ln>
                          <a:solidFill>
                            <a:schemeClr val="tx1"/>
                          </a:solidFill>
                          <a:effectLst/>
                          <a:latin typeface="Palatino Linotype" pitchFamily="18" charset="0"/>
                        </a:rPr>
                        <a:t>No</a:t>
                      </a:r>
                    </a:p>
                  </a:txBody>
                  <a:tcPr marL="82935" marR="82935" marT="41482" marB="4148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825">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600" b="0" i="1" u="none" strike="noStrike" cap="none" normalizeH="0" baseline="0">
                          <a:ln>
                            <a:noFill/>
                          </a:ln>
                          <a:solidFill>
                            <a:schemeClr val="tx1"/>
                          </a:solidFill>
                          <a:effectLst/>
                          <a:latin typeface="Palatino Linotype" pitchFamily="18" charset="0"/>
                        </a:rPr>
                        <a:t>Sunny</a:t>
                      </a:r>
                    </a:p>
                  </a:txBody>
                  <a:tcPr marL="82935" marR="82935" marT="41482" marB="4148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2200" b="0" i="0" u="none" strike="noStrike" cap="none" normalizeH="0" baseline="0">
                          <a:ln>
                            <a:noFill/>
                          </a:ln>
                          <a:solidFill>
                            <a:schemeClr val="tx1"/>
                          </a:solidFill>
                          <a:effectLst/>
                          <a:latin typeface="Palatino Linotype" pitchFamily="18" charset="0"/>
                        </a:rPr>
                        <a:t>2/9</a:t>
                      </a:r>
                    </a:p>
                  </a:txBody>
                  <a:tcPr marL="82935" marR="82935" marT="41482" marB="41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2200" b="0" i="0" u="none" strike="noStrike" cap="none" normalizeH="0" baseline="0">
                          <a:ln>
                            <a:noFill/>
                          </a:ln>
                          <a:solidFill>
                            <a:schemeClr val="tx1"/>
                          </a:solidFill>
                          <a:effectLst/>
                          <a:latin typeface="Palatino Linotype" pitchFamily="18" charset="0"/>
                        </a:rPr>
                        <a:t>3/5</a:t>
                      </a:r>
                    </a:p>
                  </a:txBody>
                  <a:tcPr marL="82935" marR="82935" marT="41482" marB="4148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4825">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600" b="0" i="1" u="none" strike="noStrike" cap="none" normalizeH="0" baseline="0">
                          <a:ln>
                            <a:noFill/>
                          </a:ln>
                          <a:solidFill>
                            <a:schemeClr val="tx1"/>
                          </a:solidFill>
                          <a:effectLst/>
                          <a:latin typeface="Palatino Linotype" pitchFamily="18" charset="0"/>
                        </a:rPr>
                        <a:t>Overcast</a:t>
                      </a:r>
                    </a:p>
                  </a:txBody>
                  <a:tcPr marL="82935" marR="82935" marT="41482" marB="4148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2200" b="0" i="0" u="none" strike="noStrike" cap="none" normalizeH="0" baseline="0">
                          <a:ln>
                            <a:noFill/>
                          </a:ln>
                          <a:solidFill>
                            <a:schemeClr val="tx1"/>
                          </a:solidFill>
                          <a:effectLst/>
                          <a:latin typeface="Palatino Linotype" pitchFamily="18" charset="0"/>
                        </a:rPr>
                        <a:t>4/9</a:t>
                      </a:r>
                    </a:p>
                  </a:txBody>
                  <a:tcPr marL="82935" marR="82935" marT="41482" marB="41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2200" b="0" i="0" u="none" strike="noStrike" cap="none" normalizeH="0" baseline="0">
                          <a:ln>
                            <a:noFill/>
                          </a:ln>
                          <a:solidFill>
                            <a:schemeClr val="tx1"/>
                          </a:solidFill>
                          <a:effectLst/>
                          <a:latin typeface="Palatino Linotype" pitchFamily="18" charset="0"/>
                        </a:rPr>
                        <a:t>0/5</a:t>
                      </a:r>
                    </a:p>
                  </a:txBody>
                  <a:tcPr marL="82935" marR="82935" marT="41482" marB="4148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4825">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600" b="0" i="1" u="none" strike="noStrike" cap="none" normalizeH="0" baseline="0">
                          <a:ln>
                            <a:noFill/>
                          </a:ln>
                          <a:solidFill>
                            <a:schemeClr val="tx1"/>
                          </a:solidFill>
                          <a:effectLst/>
                          <a:latin typeface="Palatino Linotype" pitchFamily="18" charset="0"/>
                        </a:rPr>
                        <a:t>Rain</a:t>
                      </a:r>
                    </a:p>
                  </a:txBody>
                  <a:tcPr marL="82935" marR="82935" marT="41482" marB="4148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2200" b="0" i="0" u="none" strike="noStrike" cap="none" normalizeH="0" baseline="0">
                          <a:ln>
                            <a:noFill/>
                          </a:ln>
                          <a:solidFill>
                            <a:schemeClr val="tx1"/>
                          </a:solidFill>
                          <a:effectLst/>
                          <a:latin typeface="Palatino Linotype" pitchFamily="18" charset="0"/>
                        </a:rPr>
                        <a:t>3/9</a:t>
                      </a:r>
                    </a:p>
                  </a:txBody>
                  <a:tcPr marL="82935" marR="82935" marT="41482" marB="41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2200" b="0" i="0" u="none" strike="noStrike" cap="none" normalizeH="0" baseline="0">
                          <a:ln>
                            <a:noFill/>
                          </a:ln>
                          <a:solidFill>
                            <a:schemeClr val="tx1"/>
                          </a:solidFill>
                          <a:effectLst/>
                          <a:latin typeface="Palatino Linotype" pitchFamily="18" charset="0"/>
                        </a:rPr>
                        <a:t>2/5</a:t>
                      </a:r>
                      <a:endParaRPr kumimoji="0" lang="en-GB" sz="1800" b="0" i="0" u="none" strike="noStrike" cap="none" normalizeH="0" baseline="0">
                        <a:ln>
                          <a:noFill/>
                        </a:ln>
                        <a:solidFill>
                          <a:schemeClr val="tx1"/>
                        </a:solidFill>
                        <a:effectLst/>
                        <a:latin typeface="Palatino Linotype" pitchFamily="18" charset="0"/>
                      </a:endParaRPr>
                    </a:p>
                  </a:txBody>
                  <a:tcPr marL="82935" marR="82935" marT="41482" marB="4148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41770" name="Group 74">
            <a:extLst>
              <a:ext uri="{FF2B5EF4-FFF2-40B4-BE49-F238E27FC236}">
                <a16:creationId xmlns:a16="http://schemas.microsoft.com/office/drawing/2014/main" id="{F9FA831D-A96A-8FBD-DA0F-ACE0326D6C40}"/>
              </a:ext>
            </a:extLst>
          </p:cNvPr>
          <p:cNvGraphicFramePr>
            <a:graphicFrameLocks noGrp="1"/>
          </p:cNvGraphicFramePr>
          <p:nvPr>
            <p:extLst>
              <p:ext uri="{D42A27DB-BD31-4B8C-83A1-F6EECF244321}">
                <p14:modId xmlns:p14="http://schemas.microsoft.com/office/powerpoint/2010/main" val="807799449"/>
              </p:ext>
            </p:extLst>
          </p:nvPr>
        </p:nvGraphicFramePr>
        <p:xfrm>
          <a:off x="6847122" y="1659939"/>
          <a:ext cx="4146764" cy="1614247"/>
        </p:xfrm>
        <a:graphic>
          <a:graphicData uri="http://schemas.openxmlformats.org/drawingml/2006/table">
            <a:tbl>
              <a:tblPr/>
              <a:tblGrid>
                <a:gridCol w="1520480">
                  <a:extLst>
                    <a:ext uri="{9D8B030D-6E8A-4147-A177-3AD203B41FA5}">
                      <a16:colId xmlns:a16="http://schemas.microsoft.com/office/drawing/2014/main" val="20000"/>
                    </a:ext>
                  </a:extLst>
                </a:gridCol>
                <a:gridCol w="1313142">
                  <a:extLst>
                    <a:ext uri="{9D8B030D-6E8A-4147-A177-3AD203B41FA5}">
                      <a16:colId xmlns:a16="http://schemas.microsoft.com/office/drawing/2014/main" val="20001"/>
                    </a:ext>
                  </a:extLst>
                </a:gridCol>
                <a:gridCol w="1313142">
                  <a:extLst>
                    <a:ext uri="{9D8B030D-6E8A-4147-A177-3AD203B41FA5}">
                      <a16:colId xmlns:a16="http://schemas.microsoft.com/office/drawing/2014/main" val="20002"/>
                    </a:ext>
                  </a:extLst>
                </a:gridCol>
              </a:tblGrid>
              <a:tr h="359515">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accent2"/>
                          </a:solidFill>
                          <a:effectLst/>
                          <a:latin typeface="Palatino Linotype" pitchFamily="18" charset="0"/>
                        </a:rPr>
                        <a:t>Temperature</a:t>
                      </a:r>
                    </a:p>
                  </a:txBody>
                  <a:tcPr marL="82935" marR="82935" marT="41482" marB="4148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Palatino Linotype" pitchFamily="18" charset="0"/>
                        </a:rPr>
                        <a:t>Play=</a:t>
                      </a:r>
                      <a:r>
                        <a:rPr kumimoji="0" lang="en-GB" sz="1800" b="0" i="1" u="none" strike="noStrike" cap="none" normalizeH="0" baseline="0">
                          <a:ln>
                            <a:noFill/>
                          </a:ln>
                          <a:solidFill>
                            <a:schemeClr val="tx1"/>
                          </a:solidFill>
                          <a:effectLst/>
                          <a:latin typeface="Palatino Linotype" pitchFamily="18" charset="0"/>
                        </a:rPr>
                        <a:t>Yes</a:t>
                      </a:r>
                    </a:p>
                  </a:txBody>
                  <a:tcPr marL="82935" marR="82935" marT="41482" marB="41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Palatino Linotype" pitchFamily="18" charset="0"/>
                        </a:rPr>
                        <a:t>Play=</a:t>
                      </a:r>
                      <a:r>
                        <a:rPr kumimoji="0" lang="en-GB" sz="1800" b="0" i="1" u="none" strike="noStrike" cap="none" normalizeH="0" baseline="0">
                          <a:ln>
                            <a:noFill/>
                          </a:ln>
                          <a:solidFill>
                            <a:schemeClr val="tx1"/>
                          </a:solidFill>
                          <a:effectLst/>
                          <a:latin typeface="Palatino Linotype" pitchFamily="18" charset="0"/>
                        </a:rPr>
                        <a:t>No</a:t>
                      </a:r>
                    </a:p>
                  </a:txBody>
                  <a:tcPr marL="82935" marR="82935" marT="41482" marB="4148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825">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600" b="0" i="1" u="none" strike="noStrike" cap="none" normalizeH="0" baseline="0">
                          <a:ln>
                            <a:noFill/>
                          </a:ln>
                          <a:solidFill>
                            <a:schemeClr val="tx1"/>
                          </a:solidFill>
                          <a:effectLst/>
                          <a:latin typeface="Palatino Linotype" pitchFamily="18" charset="0"/>
                        </a:rPr>
                        <a:t>Hot</a:t>
                      </a:r>
                    </a:p>
                  </a:txBody>
                  <a:tcPr marL="82935" marR="82935" marT="41482" marB="4148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2200" b="0" i="0" u="none" strike="noStrike" cap="none" normalizeH="0" baseline="0">
                          <a:ln>
                            <a:noFill/>
                          </a:ln>
                          <a:solidFill>
                            <a:schemeClr val="tx1"/>
                          </a:solidFill>
                          <a:effectLst/>
                          <a:latin typeface="Palatino Linotype" pitchFamily="18" charset="0"/>
                        </a:rPr>
                        <a:t>2/9</a:t>
                      </a:r>
                    </a:p>
                  </a:txBody>
                  <a:tcPr marL="82935" marR="82935" marT="41482" marB="41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2200" b="0" i="0" u="none" strike="noStrike" cap="none" normalizeH="0" baseline="0">
                          <a:ln>
                            <a:noFill/>
                          </a:ln>
                          <a:solidFill>
                            <a:schemeClr val="tx1"/>
                          </a:solidFill>
                          <a:effectLst/>
                          <a:latin typeface="Palatino Linotype" pitchFamily="18" charset="0"/>
                        </a:rPr>
                        <a:t>2/5</a:t>
                      </a:r>
                    </a:p>
                  </a:txBody>
                  <a:tcPr marL="82935" marR="82935" marT="41482" marB="4148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4825">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600" b="0" i="1" u="none" strike="noStrike" cap="none" normalizeH="0" baseline="0">
                          <a:ln>
                            <a:noFill/>
                          </a:ln>
                          <a:solidFill>
                            <a:schemeClr val="tx1"/>
                          </a:solidFill>
                          <a:effectLst/>
                          <a:latin typeface="Palatino Linotype" pitchFamily="18" charset="0"/>
                        </a:rPr>
                        <a:t>Mild</a:t>
                      </a:r>
                    </a:p>
                  </a:txBody>
                  <a:tcPr marL="82935" marR="82935" marT="41482" marB="4148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2200" b="0" i="0" u="none" strike="noStrike" cap="none" normalizeH="0" baseline="0">
                          <a:ln>
                            <a:noFill/>
                          </a:ln>
                          <a:solidFill>
                            <a:schemeClr val="tx1"/>
                          </a:solidFill>
                          <a:effectLst/>
                          <a:latin typeface="Palatino Linotype" pitchFamily="18" charset="0"/>
                        </a:rPr>
                        <a:t>4/9</a:t>
                      </a:r>
                    </a:p>
                  </a:txBody>
                  <a:tcPr marL="82935" marR="82935" marT="41482" marB="41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2200" b="0" i="0" u="none" strike="noStrike" cap="none" normalizeH="0" baseline="0">
                          <a:ln>
                            <a:noFill/>
                          </a:ln>
                          <a:solidFill>
                            <a:schemeClr val="tx1"/>
                          </a:solidFill>
                          <a:effectLst/>
                          <a:latin typeface="Palatino Linotype" pitchFamily="18" charset="0"/>
                        </a:rPr>
                        <a:t>2/5</a:t>
                      </a:r>
                    </a:p>
                  </a:txBody>
                  <a:tcPr marL="82935" marR="82935" marT="41482" marB="4148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4825">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600" b="0" i="1" u="none" strike="noStrike" cap="none" normalizeH="0" baseline="0">
                          <a:ln>
                            <a:noFill/>
                          </a:ln>
                          <a:solidFill>
                            <a:schemeClr val="tx1"/>
                          </a:solidFill>
                          <a:effectLst/>
                          <a:latin typeface="Palatino Linotype" pitchFamily="18" charset="0"/>
                        </a:rPr>
                        <a:t>Cool</a:t>
                      </a:r>
                    </a:p>
                  </a:txBody>
                  <a:tcPr marL="82935" marR="82935" marT="41482" marB="4148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2200" b="0" i="0" u="none" strike="noStrike" cap="none" normalizeH="0" baseline="0">
                          <a:ln>
                            <a:noFill/>
                          </a:ln>
                          <a:solidFill>
                            <a:schemeClr val="tx1"/>
                          </a:solidFill>
                          <a:effectLst/>
                          <a:latin typeface="Palatino Linotype" pitchFamily="18" charset="0"/>
                        </a:rPr>
                        <a:t>3/9</a:t>
                      </a:r>
                    </a:p>
                  </a:txBody>
                  <a:tcPr marL="82935" marR="82935" marT="41482" marB="41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2200" b="0" i="0" u="none" strike="noStrike" cap="none" normalizeH="0" baseline="0">
                          <a:ln>
                            <a:noFill/>
                          </a:ln>
                          <a:solidFill>
                            <a:schemeClr val="tx1"/>
                          </a:solidFill>
                          <a:effectLst/>
                          <a:latin typeface="Palatino Linotype" pitchFamily="18" charset="0"/>
                        </a:rPr>
                        <a:t>1/5</a:t>
                      </a:r>
                      <a:endParaRPr kumimoji="0" lang="en-GB" sz="1800" b="0" i="0" u="none" strike="noStrike" cap="none" normalizeH="0" baseline="0">
                        <a:ln>
                          <a:noFill/>
                        </a:ln>
                        <a:solidFill>
                          <a:schemeClr val="tx1"/>
                        </a:solidFill>
                        <a:effectLst/>
                        <a:latin typeface="Palatino Linotype" pitchFamily="18" charset="0"/>
                      </a:endParaRPr>
                    </a:p>
                  </a:txBody>
                  <a:tcPr marL="82935" marR="82935" marT="41482" marB="4148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41828" name="Group 132">
            <a:extLst>
              <a:ext uri="{FF2B5EF4-FFF2-40B4-BE49-F238E27FC236}">
                <a16:creationId xmlns:a16="http://schemas.microsoft.com/office/drawing/2014/main" id="{BFF8AE1D-4604-97DB-4BBF-7DFA3DE09CB5}"/>
              </a:ext>
            </a:extLst>
          </p:cNvPr>
          <p:cNvGraphicFramePr>
            <a:graphicFrameLocks noGrp="1"/>
          </p:cNvGraphicFramePr>
          <p:nvPr>
            <p:extLst>
              <p:ext uri="{D42A27DB-BD31-4B8C-83A1-F6EECF244321}">
                <p14:modId xmlns:p14="http://schemas.microsoft.com/office/powerpoint/2010/main" val="3964693430"/>
              </p:ext>
            </p:extLst>
          </p:nvPr>
        </p:nvGraphicFramePr>
        <p:xfrm>
          <a:off x="403189" y="3854092"/>
          <a:ext cx="3524749" cy="1253988"/>
        </p:xfrm>
        <a:graphic>
          <a:graphicData uri="http://schemas.openxmlformats.org/drawingml/2006/table">
            <a:tbl>
              <a:tblPr/>
              <a:tblGrid>
                <a:gridCol w="1409612">
                  <a:extLst>
                    <a:ext uri="{9D8B030D-6E8A-4147-A177-3AD203B41FA5}">
                      <a16:colId xmlns:a16="http://schemas.microsoft.com/office/drawing/2014/main" val="20000"/>
                    </a:ext>
                  </a:extLst>
                </a:gridCol>
                <a:gridCol w="1074127">
                  <a:extLst>
                    <a:ext uri="{9D8B030D-6E8A-4147-A177-3AD203B41FA5}">
                      <a16:colId xmlns:a16="http://schemas.microsoft.com/office/drawing/2014/main" val="20001"/>
                    </a:ext>
                  </a:extLst>
                </a:gridCol>
                <a:gridCol w="1041010">
                  <a:extLst>
                    <a:ext uri="{9D8B030D-6E8A-4147-A177-3AD203B41FA5}">
                      <a16:colId xmlns:a16="http://schemas.microsoft.com/office/drawing/2014/main" val="20002"/>
                    </a:ext>
                  </a:extLst>
                </a:gridCol>
              </a:tblGrid>
              <a:tr h="417556">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accent2"/>
                          </a:solidFill>
                          <a:effectLst/>
                          <a:latin typeface="Palatino Linotype" pitchFamily="18" charset="0"/>
                        </a:rPr>
                        <a:t>Humidity</a:t>
                      </a:r>
                    </a:p>
                  </a:txBody>
                  <a:tcPr marL="82935" marR="82935" marT="41468" marB="4146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Palatino Linotype" pitchFamily="18" charset="0"/>
                        </a:rPr>
                        <a:t>Play=</a:t>
                      </a:r>
                      <a:r>
                        <a:rPr kumimoji="0" lang="en-GB" sz="1800" b="0" i="1" u="none" strike="noStrike" cap="none" normalizeH="0" baseline="0">
                          <a:ln>
                            <a:noFill/>
                          </a:ln>
                          <a:solidFill>
                            <a:schemeClr val="tx1"/>
                          </a:solidFill>
                          <a:effectLst/>
                          <a:latin typeface="Palatino Linotype" pitchFamily="18" charset="0"/>
                        </a:rPr>
                        <a:t>Yes</a:t>
                      </a:r>
                      <a:endParaRPr kumimoji="0" lang="en-GB" sz="2200" b="0" i="0" u="none" strike="noStrike" cap="none" normalizeH="0" baseline="0">
                        <a:ln>
                          <a:noFill/>
                        </a:ln>
                        <a:solidFill>
                          <a:schemeClr val="tx1"/>
                        </a:solidFill>
                        <a:effectLst/>
                        <a:latin typeface="Palatino Linotype" pitchFamily="18" charset="0"/>
                      </a:endParaRPr>
                    </a:p>
                  </a:txBody>
                  <a:tcPr marL="82935" marR="82935" marT="41468" marB="4146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Palatino Linotype" pitchFamily="18" charset="0"/>
                        </a:rPr>
                        <a:t>Play=N</a:t>
                      </a:r>
                      <a:r>
                        <a:rPr kumimoji="0" lang="en-GB" sz="1800" b="0" i="1" u="none" strike="noStrike" cap="none" normalizeH="0" baseline="0">
                          <a:ln>
                            <a:noFill/>
                          </a:ln>
                          <a:solidFill>
                            <a:schemeClr val="tx1"/>
                          </a:solidFill>
                          <a:effectLst/>
                          <a:latin typeface="Palatino Linotype" pitchFamily="18" charset="0"/>
                        </a:rPr>
                        <a:t>o</a:t>
                      </a:r>
                    </a:p>
                  </a:txBody>
                  <a:tcPr marL="82935" marR="82935" marT="41468" marB="4146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676">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600" b="0" i="1" u="none" strike="noStrike" cap="none" normalizeH="0" baseline="0">
                          <a:ln>
                            <a:noFill/>
                          </a:ln>
                          <a:solidFill>
                            <a:schemeClr val="tx1"/>
                          </a:solidFill>
                          <a:effectLst/>
                          <a:latin typeface="Palatino Linotype" pitchFamily="18" charset="0"/>
                        </a:rPr>
                        <a:t>High</a:t>
                      </a:r>
                    </a:p>
                  </a:txBody>
                  <a:tcPr marL="82935" marR="82935" marT="41468" marB="4146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2200" b="0" i="0" u="none" strike="noStrike" cap="none" normalizeH="0" baseline="0">
                          <a:ln>
                            <a:noFill/>
                          </a:ln>
                          <a:solidFill>
                            <a:schemeClr val="tx1"/>
                          </a:solidFill>
                          <a:effectLst/>
                          <a:latin typeface="Palatino Linotype" pitchFamily="18" charset="0"/>
                        </a:rPr>
                        <a:t>3/9</a:t>
                      </a:r>
                    </a:p>
                  </a:txBody>
                  <a:tcPr marL="82935" marR="82935" marT="41468" marB="4146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2200" b="0" i="0" u="none" strike="noStrike" cap="none" normalizeH="0" baseline="0">
                          <a:ln>
                            <a:noFill/>
                          </a:ln>
                          <a:solidFill>
                            <a:schemeClr val="tx1"/>
                          </a:solidFill>
                          <a:effectLst/>
                          <a:latin typeface="Palatino Linotype" pitchFamily="18" charset="0"/>
                        </a:rPr>
                        <a:t>4/5</a:t>
                      </a:r>
                    </a:p>
                  </a:txBody>
                  <a:tcPr marL="82935" marR="82935" marT="41468" marB="4146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4676">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600" b="0" i="1" u="none" strike="noStrike" cap="none" normalizeH="0" baseline="0">
                          <a:ln>
                            <a:noFill/>
                          </a:ln>
                          <a:solidFill>
                            <a:schemeClr val="tx1"/>
                          </a:solidFill>
                          <a:effectLst/>
                          <a:latin typeface="Palatino Linotype" pitchFamily="18" charset="0"/>
                        </a:rPr>
                        <a:t>Normal</a:t>
                      </a:r>
                    </a:p>
                  </a:txBody>
                  <a:tcPr marL="82935" marR="82935" marT="41468" marB="4146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2200" b="0" i="0" u="none" strike="noStrike" cap="none" normalizeH="0" baseline="0">
                          <a:ln>
                            <a:noFill/>
                          </a:ln>
                          <a:solidFill>
                            <a:schemeClr val="tx1"/>
                          </a:solidFill>
                          <a:effectLst/>
                          <a:latin typeface="Palatino Linotype" pitchFamily="18" charset="0"/>
                        </a:rPr>
                        <a:t>6/9</a:t>
                      </a:r>
                    </a:p>
                  </a:txBody>
                  <a:tcPr marL="82935" marR="82935" marT="41468" marB="4146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2200" b="0" i="0" u="none" strike="noStrike" cap="none" normalizeH="0" baseline="0">
                          <a:ln>
                            <a:noFill/>
                          </a:ln>
                          <a:solidFill>
                            <a:schemeClr val="tx1"/>
                          </a:solidFill>
                          <a:effectLst/>
                          <a:latin typeface="Palatino Linotype" pitchFamily="18" charset="0"/>
                        </a:rPr>
                        <a:t>1/5</a:t>
                      </a:r>
                    </a:p>
                  </a:txBody>
                  <a:tcPr marL="82935" marR="82935" marT="41468" marB="4146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541833" name="Group 137">
            <a:extLst>
              <a:ext uri="{FF2B5EF4-FFF2-40B4-BE49-F238E27FC236}">
                <a16:creationId xmlns:a16="http://schemas.microsoft.com/office/drawing/2014/main" id="{9A1411E8-AEE8-05AF-2E86-782EE83B228B}"/>
              </a:ext>
            </a:extLst>
          </p:cNvPr>
          <p:cNvGraphicFramePr>
            <a:graphicFrameLocks noGrp="1"/>
          </p:cNvGraphicFramePr>
          <p:nvPr>
            <p:extLst>
              <p:ext uri="{D42A27DB-BD31-4B8C-83A1-F6EECF244321}">
                <p14:modId xmlns:p14="http://schemas.microsoft.com/office/powerpoint/2010/main" val="1064176270"/>
              </p:ext>
            </p:extLst>
          </p:nvPr>
        </p:nvGraphicFramePr>
        <p:xfrm>
          <a:off x="6849656" y="3706749"/>
          <a:ext cx="3524750" cy="1248229"/>
        </p:xfrm>
        <a:graphic>
          <a:graphicData uri="http://schemas.openxmlformats.org/drawingml/2006/table">
            <a:tbl>
              <a:tblPr/>
              <a:tblGrid>
                <a:gridCol w="1231071">
                  <a:extLst>
                    <a:ext uri="{9D8B030D-6E8A-4147-A177-3AD203B41FA5}">
                      <a16:colId xmlns:a16="http://schemas.microsoft.com/office/drawing/2014/main" val="20000"/>
                    </a:ext>
                  </a:extLst>
                </a:gridCol>
                <a:gridCol w="1154759">
                  <a:extLst>
                    <a:ext uri="{9D8B030D-6E8A-4147-A177-3AD203B41FA5}">
                      <a16:colId xmlns:a16="http://schemas.microsoft.com/office/drawing/2014/main" val="20001"/>
                    </a:ext>
                  </a:extLst>
                </a:gridCol>
                <a:gridCol w="1138920">
                  <a:extLst>
                    <a:ext uri="{9D8B030D-6E8A-4147-A177-3AD203B41FA5}">
                      <a16:colId xmlns:a16="http://schemas.microsoft.com/office/drawing/2014/main" val="20002"/>
                    </a:ext>
                  </a:extLst>
                </a:gridCol>
              </a:tblGrid>
              <a:tr h="411797">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accent2"/>
                          </a:solidFill>
                          <a:effectLst/>
                          <a:latin typeface="Palatino Linotype" pitchFamily="18" charset="0"/>
                        </a:rPr>
                        <a:t>Wind</a:t>
                      </a:r>
                    </a:p>
                  </a:txBody>
                  <a:tcPr marL="82935" marR="82935" marT="41468" marB="4146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Palatino Linotype" pitchFamily="18" charset="0"/>
                        </a:rPr>
                        <a:t>Play=</a:t>
                      </a:r>
                      <a:r>
                        <a:rPr kumimoji="0" lang="en-GB" sz="1800" b="0" i="1" u="none" strike="noStrike" cap="none" normalizeH="0" baseline="0">
                          <a:ln>
                            <a:noFill/>
                          </a:ln>
                          <a:solidFill>
                            <a:schemeClr val="tx1"/>
                          </a:solidFill>
                          <a:effectLst/>
                          <a:latin typeface="Palatino Linotype" pitchFamily="18" charset="0"/>
                        </a:rPr>
                        <a:t>Yes</a:t>
                      </a:r>
                      <a:endParaRPr kumimoji="0" lang="en-GB" sz="2200" b="0" i="0" u="none" strike="noStrike" cap="none" normalizeH="0" baseline="0">
                        <a:ln>
                          <a:noFill/>
                        </a:ln>
                        <a:solidFill>
                          <a:schemeClr val="tx1"/>
                        </a:solidFill>
                        <a:effectLst/>
                        <a:latin typeface="Palatino Linotype" pitchFamily="18" charset="0"/>
                      </a:endParaRPr>
                    </a:p>
                  </a:txBody>
                  <a:tcPr marL="82935" marR="82935" marT="41468" marB="4146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Palatino Linotype" pitchFamily="18" charset="0"/>
                        </a:rPr>
                        <a:t>Play=</a:t>
                      </a:r>
                      <a:r>
                        <a:rPr kumimoji="0" lang="en-GB" sz="1800" b="0" i="1" u="none" strike="noStrike" cap="none" normalizeH="0" baseline="0">
                          <a:ln>
                            <a:noFill/>
                          </a:ln>
                          <a:solidFill>
                            <a:schemeClr val="tx1"/>
                          </a:solidFill>
                          <a:effectLst/>
                          <a:latin typeface="Palatino Linotype" pitchFamily="18" charset="0"/>
                        </a:rPr>
                        <a:t>No</a:t>
                      </a:r>
                    </a:p>
                  </a:txBody>
                  <a:tcPr marL="82935" marR="82935" marT="41468" marB="4146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676">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600" b="0" i="1" u="none" strike="noStrike" cap="none" normalizeH="0" baseline="0">
                          <a:ln>
                            <a:noFill/>
                          </a:ln>
                          <a:solidFill>
                            <a:schemeClr val="tx1"/>
                          </a:solidFill>
                          <a:effectLst/>
                          <a:latin typeface="Palatino Linotype" pitchFamily="18" charset="0"/>
                        </a:rPr>
                        <a:t>Strong</a:t>
                      </a:r>
                    </a:p>
                  </a:txBody>
                  <a:tcPr marL="82935" marR="82935" marT="41468" marB="4146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2200" b="0" i="0" u="none" strike="noStrike" cap="none" normalizeH="0" baseline="0">
                          <a:ln>
                            <a:noFill/>
                          </a:ln>
                          <a:solidFill>
                            <a:schemeClr val="tx1"/>
                          </a:solidFill>
                          <a:effectLst/>
                          <a:latin typeface="Palatino Linotype" pitchFamily="18" charset="0"/>
                        </a:rPr>
                        <a:t>3/9</a:t>
                      </a:r>
                    </a:p>
                  </a:txBody>
                  <a:tcPr marL="82935" marR="82935" marT="41468" marB="4146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2200" b="0" i="0" u="none" strike="noStrike" cap="none" normalizeH="0" baseline="0">
                          <a:ln>
                            <a:noFill/>
                          </a:ln>
                          <a:solidFill>
                            <a:schemeClr val="tx1"/>
                          </a:solidFill>
                          <a:effectLst/>
                          <a:latin typeface="Palatino Linotype" pitchFamily="18" charset="0"/>
                        </a:rPr>
                        <a:t>3/5</a:t>
                      </a:r>
                    </a:p>
                  </a:txBody>
                  <a:tcPr marL="82935" marR="82935" marT="41468" marB="4146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4676">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600" b="0" i="1" u="none" strike="noStrike" cap="none" normalizeH="0" baseline="0">
                          <a:ln>
                            <a:noFill/>
                          </a:ln>
                          <a:solidFill>
                            <a:schemeClr val="tx1"/>
                          </a:solidFill>
                          <a:effectLst/>
                          <a:latin typeface="Palatino Linotype" pitchFamily="18" charset="0"/>
                        </a:rPr>
                        <a:t>Weak</a:t>
                      </a:r>
                    </a:p>
                  </a:txBody>
                  <a:tcPr marL="82935" marR="82935" marT="41468" marB="4146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2200" b="0" i="0" u="none" strike="noStrike" cap="none" normalizeH="0" baseline="0">
                          <a:ln>
                            <a:noFill/>
                          </a:ln>
                          <a:solidFill>
                            <a:schemeClr val="tx1"/>
                          </a:solidFill>
                          <a:effectLst/>
                          <a:latin typeface="Palatino Linotype" pitchFamily="18" charset="0"/>
                        </a:rPr>
                        <a:t>6/9</a:t>
                      </a:r>
                    </a:p>
                  </a:txBody>
                  <a:tcPr marL="82935" marR="82935" marT="41468" marB="4146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2200" b="0" i="0" u="none" strike="noStrike" cap="none" normalizeH="0" baseline="0">
                          <a:ln>
                            <a:noFill/>
                          </a:ln>
                          <a:solidFill>
                            <a:schemeClr val="tx1"/>
                          </a:solidFill>
                          <a:effectLst/>
                          <a:latin typeface="Palatino Linotype" pitchFamily="18" charset="0"/>
                        </a:rPr>
                        <a:t>2/5</a:t>
                      </a:r>
                    </a:p>
                  </a:txBody>
                  <a:tcPr marL="82935" marR="82935" marT="41468" marB="4146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7495" name="Text Box 119">
            <a:extLst>
              <a:ext uri="{FF2B5EF4-FFF2-40B4-BE49-F238E27FC236}">
                <a16:creationId xmlns:a16="http://schemas.microsoft.com/office/drawing/2014/main" id="{41EB5D5C-9F3A-4EA9-D260-C3509C1B853C}"/>
              </a:ext>
            </a:extLst>
          </p:cNvPr>
          <p:cNvSpPr txBox="1">
            <a:spLocks noChangeArrowheads="1"/>
          </p:cNvSpPr>
          <p:nvPr/>
        </p:nvSpPr>
        <p:spPr bwMode="auto">
          <a:xfrm>
            <a:off x="4125297" y="3020699"/>
            <a:ext cx="2386679" cy="427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1042988" eaLnBrk="0" hangingPunct="0">
              <a:defRPr sz="5000">
                <a:solidFill>
                  <a:schemeClr val="tx1"/>
                </a:solidFill>
                <a:latin typeface="Times New Roman" panose="02020603050405020304" pitchFamily="18" charset="0"/>
              </a:defRPr>
            </a:lvl1pPr>
            <a:lvl2pPr marL="742950" indent="-285750" defTabSz="1042988" eaLnBrk="0" hangingPunct="0">
              <a:defRPr sz="5000">
                <a:solidFill>
                  <a:schemeClr val="tx1"/>
                </a:solidFill>
                <a:latin typeface="Times New Roman" panose="02020603050405020304" pitchFamily="18" charset="0"/>
              </a:defRPr>
            </a:lvl2pPr>
            <a:lvl3pPr marL="1143000" indent="-228600" defTabSz="1042988" eaLnBrk="0" hangingPunct="0">
              <a:defRPr sz="5000">
                <a:solidFill>
                  <a:schemeClr val="tx1"/>
                </a:solidFill>
                <a:latin typeface="Times New Roman" panose="02020603050405020304" pitchFamily="18" charset="0"/>
              </a:defRPr>
            </a:lvl3pPr>
            <a:lvl4pPr marL="1600200" indent="-228600" defTabSz="1042988" eaLnBrk="0" hangingPunct="0">
              <a:defRPr sz="5000">
                <a:solidFill>
                  <a:schemeClr val="tx1"/>
                </a:solidFill>
                <a:latin typeface="Times New Roman" panose="02020603050405020304" pitchFamily="18" charset="0"/>
              </a:defRPr>
            </a:lvl4pPr>
            <a:lvl5pPr marL="2057400" indent="-228600" defTabSz="1042988" eaLnBrk="0" hangingPunct="0">
              <a:defRPr sz="5000">
                <a:solidFill>
                  <a:schemeClr val="tx1"/>
                </a:solidFill>
                <a:latin typeface="Times New Roman" panose="02020603050405020304" pitchFamily="18" charset="0"/>
              </a:defRPr>
            </a:lvl5pPr>
            <a:lvl6pPr marL="2514600" indent="-228600" defTabSz="1042988" eaLnBrk="0" fontAlgn="base" hangingPunct="0">
              <a:spcBef>
                <a:spcPct val="0"/>
              </a:spcBef>
              <a:spcAft>
                <a:spcPct val="0"/>
              </a:spcAft>
              <a:defRPr sz="5000">
                <a:solidFill>
                  <a:schemeClr val="tx1"/>
                </a:solidFill>
                <a:latin typeface="Times New Roman" panose="02020603050405020304" pitchFamily="18" charset="0"/>
              </a:defRPr>
            </a:lvl6pPr>
            <a:lvl7pPr marL="2971800" indent="-228600" defTabSz="1042988" eaLnBrk="0" fontAlgn="base" hangingPunct="0">
              <a:spcBef>
                <a:spcPct val="0"/>
              </a:spcBef>
              <a:spcAft>
                <a:spcPct val="0"/>
              </a:spcAft>
              <a:defRPr sz="5000">
                <a:solidFill>
                  <a:schemeClr val="tx1"/>
                </a:solidFill>
                <a:latin typeface="Times New Roman" panose="02020603050405020304" pitchFamily="18" charset="0"/>
              </a:defRPr>
            </a:lvl7pPr>
            <a:lvl8pPr marL="3429000" indent="-228600" defTabSz="1042988" eaLnBrk="0" fontAlgn="base" hangingPunct="0">
              <a:spcBef>
                <a:spcPct val="0"/>
              </a:spcBef>
              <a:spcAft>
                <a:spcPct val="0"/>
              </a:spcAft>
              <a:defRPr sz="5000">
                <a:solidFill>
                  <a:schemeClr val="tx1"/>
                </a:solidFill>
                <a:latin typeface="Times New Roman" panose="02020603050405020304" pitchFamily="18" charset="0"/>
              </a:defRPr>
            </a:lvl8pPr>
            <a:lvl9pPr marL="3886200" indent="-228600" defTabSz="1042988" eaLnBrk="0" fontAlgn="base" hangingPunct="0">
              <a:spcBef>
                <a:spcPct val="0"/>
              </a:spcBef>
              <a:spcAft>
                <a:spcPct val="0"/>
              </a:spcAft>
              <a:defRPr sz="5000">
                <a:solidFill>
                  <a:schemeClr val="tx1"/>
                </a:solidFill>
                <a:latin typeface="Times New Roman" panose="02020603050405020304" pitchFamily="18" charset="0"/>
              </a:defRPr>
            </a:lvl9pPr>
          </a:lstStyle>
          <a:p>
            <a:pPr eaLnBrk="1" hangingPunct="1"/>
            <a:r>
              <a:rPr lang="en-GB" altLang="en-US" sz="2177" i="1">
                <a:latin typeface="Palatino Linotype" panose="02040502050505030304" pitchFamily="18" charset="0"/>
              </a:rPr>
              <a:t>P</a:t>
            </a:r>
            <a:r>
              <a:rPr lang="en-GB" altLang="en-US" sz="2177">
                <a:latin typeface="Palatino Linotype" panose="02040502050505030304" pitchFamily="18" charset="0"/>
              </a:rPr>
              <a:t>(Play</a:t>
            </a:r>
            <a:r>
              <a:rPr lang="en-GB" altLang="en-US" sz="2177" i="1">
                <a:latin typeface="Palatino Linotype" panose="02040502050505030304" pitchFamily="18" charset="0"/>
              </a:rPr>
              <a:t>=Yes) = </a:t>
            </a:r>
            <a:r>
              <a:rPr lang="en-GB" altLang="en-US" sz="2177">
                <a:latin typeface="Palatino Linotype" panose="02040502050505030304" pitchFamily="18" charset="0"/>
              </a:rPr>
              <a:t>9/14</a:t>
            </a:r>
          </a:p>
        </p:txBody>
      </p:sp>
      <p:sp>
        <p:nvSpPr>
          <p:cNvPr id="17496" name="Text Box 120">
            <a:extLst>
              <a:ext uri="{FF2B5EF4-FFF2-40B4-BE49-F238E27FC236}">
                <a16:creationId xmlns:a16="http://schemas.microsoft.com/office/drawing/2014/main" id="{1AA169E3-2989-3CCB-85C2-0CD4D952A66F}"/>
              </a:ext>
            </a:extLst>
          </p:cNvPr>
          <p:cNvSpPr txBox="1">
            <a:spLocks noChangeArrowheads="1"/>
          </p:cNvSpPr>
          <p:nvPr/>
        </p:nvSpPr>
        <p:spPr bwMode="auto">
          <a:xfrm>
            <a:off x="4122622" y="3851993"/>
            <a:ext cx="2353529" cy="427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1042988" eaLnBrk="0" hangingPunct="0">
              <a:defRPr sz="5000">
                <a:solidFill>
                  <a:schemeClr val="tx1"/>
                </a:solidFill>
                <a:latin typeface="Times New Roman" panose="02020603050405020304" pitchFamily="18" charset="0"/>
              </a:defRPr>
            </a:lvl1pPr>
            <a:lvl2pPr marL="742950" indent="-285750" defTabSz="1042988" eaLnBrk="0" hangingPunct="0">
              <a:defRPr sz="5000">
                <a:solidFill>
                  <a:schemeClr val="tx1"/>
                </a:solidFill>
                <a:latin typeface="Times New Roman" panose="02020603050405020304" pitchFamily="18" charset="0"/>
              </a:defRPr>
            </a:lvl2pPr>
            <a:lvl3pPr marL="1143000" indent="-228600" defTabSz="1042988" eaLnBrk="0" hangingPunct="0">
              <a:defRPr sz="5000">
                <a:solidFill>
                  <a:schemeClr val="tx1"/>
                </a:solidFill>
                <a:latin typeface="Times New Roman" panose="02020603050405020304" pitchFamily="18" charset="0"/>
              </a:defRPr>
            </a:lvl3pPr>
            <a:lvl4pPr marL="1600200" indent="-228600" defTabSz="1042988" eaLnBrk="0" hangingPunct="0">
              <a:defRPr sz="5000">
                <a:solidFill>
                  <a:schemeClr val="tx1"/>
                </a:solidFill>
                <a:latin typeface="Times New Roman" panose="02020603050405020304" pitchFamily="18" charset="0"/>
              </a:defRPr>
            </a:lvl4pPr>
            <a:lvl5pPr marL="2057400" indent="-228600" defTabSz="1042988" eaLnBrk="0" hangingPunct="0">
              <a:defRPr sz="5000">
                <a:solidFill>
                  <a:schemeClr val="tx1"/>
                </a:solidFill>
                <a:latin typeface="Times New Roman" panose="02020603050405020304" pitchFamily="18" charset="0"/>
              </a:defRPr>
            </a:lvl5pPr>
            <a:lvl6pPr marL="2514600" indent="-228600" defTabSz="1042988" eaLnBrk="0" fontAlgn="base" hangingPunct="0">
              <a:spcBef>
                <a:spcPct val="0"/>
              </a:spcBef>
              <a:spcAft>
                <a:spcPct val="0"/>
              </a:spcAft>
              <a:defRPr sz="5000">
                <a:solidFill>
                  <a:schemeClr val="tx1"/>
                </a:solidFill>
                <a:latin typeface="Times New Roman" panose="02020603050405020304" pitchFamily="18" charset="0"/>
              </a:defRPr>
            </a:lvl6pPr>
            <a:lvl7pPr marL="2971800" indent="-228600" defTabSz="1042988" eaLnBrk="0" fontAlgn="base" hangingPunct="0">
              <a:spcBef>
                <a:spcPct val="0"/>
              </a:spcBef>
              <a:spcAft>
                <a:spcPct val="0"/>
              </a:spcAft>
              <a:defRPr sz="5000">
                <a:solidFill>
                  <a:schemeClr val="tx1"/>
                </a:solidFill>
                <a:latin typeface="Times New Roman" panose="02020603050405020304" pitchFamily="18" charset="0"/>
              </a:defRPr>
            </a:lvl7pPr>
            <a:lvl8pPr marL="3429000" indent="-228600" defTabSz="1042988" eaLnBrk="0" fontAlgn="base" hangingPunct="0">
              <a:spcBef>
                <a:spcPct val="0"/>
              </a:spcBef>
              <a:spcAft>
                <a:spcPct val="0"/>
              </a:spcAft>
              <a:defRPr sz="5000">
                <a:solidFill>
                  <a:schemeClr val="tx1"/>
                </a:solidFill>
                <a:latin typeface="Times New Roman" panose="02020603050405020304" pitchFamily="18" charset="0"/>
              </a:defRPr>
            </a:lvl8pPr>
            <a:lvl9pPr marL="3886200" indent="-228600" defTabSz="1042988" eaLnBrk="0" fontAlgn="base" hangingPunct="0">
              <a:spcBef>
                <a:spcPct val="0"/>
              </a:spcBef>
              <a:spcAft>
                <a:spcPct val="0"/>
              </a:spcAft>
              <a:defRPr sz="5000">
                <a:solidFill>
                  <a:schemeClr val="tx1"/>
                </a:solidFill>
                <a:latin typeface="Times New Roman" panose="02020603050405020304" pitchFamily="18" charset="0"/>
              </a:defRPr>
            </a:lvl9pPr>
          </a:lstStyle>
          <a:p>
            <a:pPr eaLnBrk="1" hangingPunct="1"/>
            <a:r>
              <a:rPr lang="en-GB" altLang="en-US" sz="2177" i="1">
                <a:latin typeface="Palatino Linotype" panose="02040502050505030304" pitchFamily="18" charset="0"/>
              </a:rPr>
              <a:t>P</a:t>
            </a:r>
            <a:r>
              <a:rPr lang="en-GB" altLang="en-US" sz="2177">
                <a:latin typeface="Palatino Linotype" panose="02040502050505030304" pitchFamily="18" charset="0"/>
              </a:rPr>
              <a:t>(Play</a:t>
            </a:r>
            <a:r>
              <a:rPr lang="en-GB" altLang="en-US" sz="2177" i="1">
                <a:latin typeface="Palatino Linotype" panose="02040502050505030304" pitchFamily="18" charset="0"/>
              </a:rPr>
              <a:t>=No) = </a:t>
            </a:r>
            <a:r>
              <a:rPr lang="en-GB" altLang="en-US" sz="2177">
                <a:latin typeface="Palatino Linotype" panose="02040502050505030304" pitchFamily="18" charset="0"/>
              </a:rPr>
              <a:t>5/14</a:t>
            </a:r>
          </a:p>
        </p:txBody>
      </p:sp>
      <p:sp>
        <p:nvSpPr>
          <p:cNvPr id="4" name="Rectangle 2">
            <a:extLst>
              <a:ext uri="{FF2B5EF4-FFF2-40B4-BE49-F238E27FC236}">
                <a16:creationId xmlns:a16="http://schemas.microsoft.com/office/drawing/2014/main" id="{BC706D9B-D9E0-230A-2CBA-B4C2866240EF}"/>
              </a:ext>
            </a:extLst>
          </p:cNvPr>
          <p:cNvSpPr txBox="1">
            <a:spLocks noChangeArrowheads="1"/>
          </p:cNvSpPr>
          <p:nvPr/>
        </p:nvSpPr>
        <p:spPr>
          <a:xfrm>
            <a:off x="0" y="50976"/>
            <a:ext cx="9272626" cy="612794"/>
          </a:xfrm>
          <a:prstGeom prst="rect">
            <a:avLst/>
          </a:prstGeom>
        </p:spPr>
        <p:txBody>
          <a:bodyPr vert="horz" lIns="91440" tIns="45720" rIns="91440" bIns="45720"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en-US">
                <a:solidFill>
                  <a:srgbClr val="04B452"/>
                </a:solidFill>
              </a:rPr>
              <a:t>Example: Play Tennis: Learning Phase	</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Slide Number Placeholder 5">
            <a:extLst>
              <a:ext uri="{FF2B5EF4-FFF2-40B4-BE49-F238E27FC236}">
                <a16:creationId xmlns:a16="http://schemas.microsoft.com/office/drawing/2014/main" id="{60BD2099-E569-D06E-9A7C-D5463B46A10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5990" eaLnBrk="0" hangingPunct="0">
              <a:defRPr sz="4535">
                <a:solidFill>
                  <a:schemeClr val="tx1"/>
                </a:solidFill>
                <a:latin typeface="Times New Roman" panose="02020603050405020304" pitchFamily="18" charset="0"/>
              </a:defRPr>
            </a:lvl1pPr>
            <a:lvl2pPr marL="673856" indent="-259175" defTabSz="945990" eaLnBrk="0" hangingPunct="0">
              <a:defRPr sz="4535">
                <a:solidFill>
                  <a:schemeClr val="tx1"/>
                </a:solidFill>
                <a:latin typeface="Times New Roman" panose="02020603050405020304" pitchFamily="18" charset="0"/>
              </a:defRPr>
            </a:lvl2pPr>
            <a:lvl3pPr marL="1036701" indent="-207340" defTabSz="945990" eaLnBrk="0" hangingPunct="0">
              <a:defRPr sz="4535">
                <a:solidFill>
                  <a:schemeClr val="tx1"/>
                </a:solidFill>
                <a:latin typeface="Times New Roman" panose="02020603050405020304" pitchFamily="18" charset="0"/>
              </a:defRPr>
            </a:lvl3pPr>
            <a:lvl4pPr marL="1451381" indent="-207340" defTabSz="945990" eaLnBrk="0" hangingPunct="0">
              <a:defRPr sz="4535">
                <a:solidFill>
                  <a:schemeClr val="tx1"/>
                </a:solidFill>
                <a:latin typeface="Times New Roman" panose="02020603050405020304" pitchFamily="18" charset="0"/>
              </a:defRPr>
            </a:lvl4pPr>
            <a:lvl5pPr marL="1866062" indent="-207340" defTabSz="945990" eaLnBrk="0" hangingPunct="0">
              <a:defRPr sz="4535">
                <a:solidFill>
                  <a:schemeClr val="tx1"/>
                </a:solidFill>
                <a:latin typeface="Times New Roman" panose="02020603050405020304" pitchFamily="18" charset="0"/>
              </a:defRPr>
            </a:lvl5pPr>
            <a:lvl6pPr marL="2280742" indent="-207340" defTabSz="945990" eaLnBrk="0" fontAlgn="base" hangingPunct="0">
              <a:spcBef>
                <a:spcPct val="0"/>
              </a:spcBef>
              <a:spcAft>
                <a:spcPct val="0"/>
              </a:spcAft>
              <a:defRPr sz="4535">
                <a:solidFill>
                  <a:schemeClr val="tx1"/>
                </a:solidFill>
                <a:latin typeface="Times New Roman" panose="02020603050405020304" pitchFamily="18" charset="0"/>
              </a:defRPr>
            </a:lvl6pPr>
            <a:lvl7pPr marL="2695423" indent="-207340" defTabSz="945990" eaLnBrk="0" fontAlgn="base" hangingPunct="0">
              <a:spcBef>
                <a:spcPct val="0"/>
              </a:spcBef>
              <a:spcAft>
                <a:spcPct val="0"/>
              </a:spcAft>
              <a:defRPr sz="4535">
                <a:solidFill>
                  <a:schemeClr val="tx1"/>
                </a:solidFill>
                <a:latin typeface="Times New Roman" panose="02020603050405020304" pitchFamily="18" charset="0"/>
              </a:defRPr>
            </a:lvl7pPr>
            <a:lvl8pPr marL="3110103" indent="-207340" defTabSz="945990" eaLnBrk="0" fontAlgn="base" hangingPunct="0">
              <a:spcBef>
                <a:spcPct val="0"/>
              </a:spcBef>
              <a:spcAft>
                <a:spcPct val="0"/>
              </a:spcAft>
              <a:defRPr sz="4535">
                <a:solidFill>
                  <a:schemeClr val="tx1"/>
                </a:solidFill>
                <a:latin typeface="Times New Roman" panose="02020603050405020304" pitchFamily="18" charset="0"/>
              </a:defRPr>
            </a:lvl8pPr>
            <a:lvl9pPr marL="3524783" indent="-207340" defTabSz="945990" eaLnBrk="0" fontAlgn="base" hangingPunct="0">
              <a:spcBef>
                <a:spcPct val="0"/>
              </a:spcBef>
              <a:spcAft>
                <a:spcPct val="0"/>
              </a:spcAft>
              <a:defRPr sz="4535">
                <a:solidFill>
                  <a:schemeClr val="tx1"/>
                </a:solidFill>
                <a:latin typeface="Times New Roman" panose="02020603050405020304" pitchFamily="18" charset="0"/>
              </a:defRPr>
            </a:lvl9pPr>
          </a:lstStyle>
          <a:p>
            <a:pPr eaLnBrk="1" hangingPunct="1"/>
            <a:fld id="{7BDFA45F-B7F6-43D9-85F6-13F084CE7B37}" type="slidenum">
              <a:rPr lang="en-GB" altLang="en-US" sz="1451">
                <a:latin typeface="Arial" panose="020B0604020202020204" pitchFamily="34" charset="0"/>
              </a:rPr>
              <a:pPr eaLnBrk="1" hangingPunct="1"/>
              <a:t>11</a:t>
            </a:fld>
            <a:endParaRPr lang="en-GB" altLang="en-US" sz="1451">
              <a:latin typeface="Arial" panose="020B0604020202020204" pitchFamily="34" charset="0"/>
            </a:endParaRPr>
          </a:p>
        </p:txBody>
      </p:sp>
      <p:sp>
        <p:nvSpPr>
          <p:cNvPr id="18437" name="Rectangle 3">
            <a:extLst>
              <a:ext uri="{FF2B5EF4-FFF2-40B4-BE49-F238E27FC236}">
                <a16:creationId xmlns:a16="http://schemas.microsoft.com/office/drawing/2014/main" id="{A76724EC-BF71-52F4-5DD1-81E50C5AE028}"/>
              </a:ext>
            </a:extLst>
          </p:cNvPr>
          <p:cNvSpPr>
            <a:spLocks noGrp="1" noChangeArrowheads="1"/>
          </p:cNvSpPr>
          <p:nvPr>
            <p:ph type="body" idx="1"/>
          </p:nvPr>
        </p:nvSpPr>
        <p:spPr>
          <a:xfrm>
            <a:off x="1603672" y="1218112"/>
            <a:ext cx="9063849" cy="5114343"/>
          </a:xfrm>
        </p:spPr>
        <p:txBody>
          <a:bodyPr/>
          <a:lstStyle/>
          <a:p>
            <a:pPr marL="483794" indent="-483794">
              <a:lnSpc>
                <a:spcPct val="110000"/>
              </a:lnSpc>
            </a:pPr>
            <a:endParaRPr lang="en-US" altLang="en-US" b="1"/>
          </a:p>
          <a:p>
            <a:pPr marL="483794" indent="-483794">
              <a:lnSpc>
                <a:spcPct val="110000"/>
              </a:lnSpc>
              <a:buNone/>
            </a:pPr>
            <a:r>
              <a:rPr lang="en-US" altLang="en-US" sz="2902" b="1"/>
              <a:t>     </a:t>
            </a:r>
          </a:p>
        </p:txBody>
      </p:sp>
      <p:sp>
        <p:nvSpPr>
          <p:cNvPr id="18438" name="Rectangle 4">
            <a:extLst>
              <a:ext uri="{FF2B5EF4-FFF2-40B4-BE49-F238E27FC236}">
                <a16:creationId xmlns:a16="http://schemas.microsoft.com/office/drawing/2014/main" id="{6B1A518F-08AC-18BF-46B4-7CD3A051F50A}"/>
              </a:ext>
            </a:extLst>
          </p:cNvPr>
          <p:cNvSpPr>
            <a:spLocks noChangeArrowheads="1"/>
          </p:cNvSpPr>
          <p:nvPr/>
        </p:nvSpPr>
        <p:spPr bwMode="auto">
          <a:xfrm>
            <a:off x="160366" y="802715"/>
            <a:ext cx="9191995" cy="5252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05" tIns="47302" rIns="94605" bIns="47302"/>
          <a:lstStyle>
            <a:lvl1pPr marL="533400" indent="-533400" defTabSz="1042988" eaLnBrk="0" hangingPunct="0">
              <a:defRPr sz="5000">
                <a:solidFill>
                  <a:schemeClr val="tx1"/>
                </a:solidFill>
                <a:latin typeface="Times New Roman" panose="02020603050405020304" pitchFamily="18" charset="0"/>
              </a:defRPr>
            </a:lvl1pPr>
            <a:lvl2pPr marL="979488" indent="-457200" defTabSz="1042988" eaLnBrk="0" hangingPunct="0">
              <a:defRPr sz="5000">
                <a:solidFill>
                  <a:schemeClr val="tx1"/>
                </a:solidFill>
                <a:latin typeface="Times New Roman" panose="02020603050405020304" pitchFamily="18" charset="0"/>
              </a:defRPr>
            </a:lvl2pPr>
            <a:lvl3pPr marL="1143000" indent="-228600" defTabSz="1042988" eaLnBrk="0" hangingPunct="0">
              <a:defRPr sz="5000">
                <a:solidFill>
                  <a:schemeClr val="tx1"/>
                </a:solidFill>
                <a:latin typeface="Times New Roman" panose="02020603050405020304" pitchFamily="18" charset="0"/>
              </a:defRPr>
            </a:lvl3pPr>
            <a:lvl4pPr marL="1600200" indent="-228600" defTabSz="1042988" eaLnBrk="0" hangingPunct="0">
              <a:defRPr sz="5000">
                <a:solidFill>
                  <a:schemeClr val="tx1"/>
                </a:solidFill>
                <a:latin typeface="Times New Roman" panose="02020603050405020304" pitchFamily="18" charset="0"/>
              </a:defRPr>
            </a:lvl4pPr>
            <a:lvl5pPr marL="2057400" indent="-228600" defTabSz="1042988" eaLnBrk="0" hangingPunct="0">
              <a:defRPr sz="5000">
                <a:solidFill>
                  <a:schemeClr val="tx1"/>
                </a:solidFill>
                <a:latin typeface="Times New Roman" panose="02020603050405020304" pitchFamily="18" charset="0"/>
              </a:defRPr>
            </a:lvl5pPr>
            <a:lvl6pPr marL="2514600" indent="-228600" defTabSz="1042988" eaLnBrk="0" fontAlgn="base" hangingPunct="0">
              <a:spcBef>
                <a:spcPct val="0"/>
              </a:spcBef>
              <a:spcAft>
                <a:spcPct val="0"/>
              </a:spcAft>
              <a:defRPr sz="5000">
                <a:solidFill>
                  <a:schemeClr val="tx1"/>
                </a:solidFill>
                <a:latin typeface="Times New Roman" panose="02020603050405020304" pitchFamily="18" charset="0"/>
              </a:defRPr>
            </a:lvl6pPr>
            <a:lvl7pPr marL="2971800" indent="-228600" defTabSz="1042988" eaLnBrk="0" fontAlgn="base" hangingPunct="0">
              <a:spcBef>
                <a:spcPct val="0"/>
              </a:spcBef>
              <a:spcAft>
                <a:spcPct val="0"/>
              </a:spcAft>
              <a:defRPr sz="5000">
                <a:solidFill>
                  <a:schemeClr val="tx1"/>
                </a:solidFill>
                <a:latin typeface="Times New Roman" panose="02020603050405020304" pitchFamily="18" charset="0"/>
              </a:defRPr>
            </a:lvl7pPr>
            <a:lvl8pPr marL="3429000" indent="-228600" defTabSz="1042988" eaLnBrk="0" fontAlgn="base" hangingPunct="0">
              <a:spcBef>
                <a:spcPct val="0"/>
              </a:spcBef>
              <a:spcAft>
                <a:spcPct val="0"/>
              </a:spcAft>
              <a:defRPr sz="5000">
                <a:solidFill>
                  <a:schemeClr val="tx1"/>
                </a:solidFill>
                <a:latin typeface="Times New Roman" panose="02020603050405020304" pitchFamily="18" charset="0"/>
              </a:defRPr>
            </a:lvl8pPr>
            <a:lvl9pPr marL="3886200" indent="-228600" defTabSz="1042988" eaLnBrk="0" fontAlgn="base" hangingPunct="0">
              <a:spcBef>
                <a:spcPct val="0"/>
              </a:spcBef>
              <a:spcAft>
                <a:spcPct val="0"/>
              </a:spcAft>
              <a:defRPr sz="5000">
                <a:solidFill>
                  <a:schemeClr val="tx1"/>
                </a:solidFill>
                <a:latin typeface="Times New Roman" panose="02020603050405020304" pitchFamily="18" charset="0"/>
              </a:defRPr>
            </a:lvl9pPr>
          </a:lstStyle>
          <a:p>
            <a:pPr marL="0" indent="0" eaLnBrk="1" hangingPunct="1">
              <a:lnSpc>
                <a:spcPct val="120000"/>
              </a:lnSpc>
              <a:spcBef>
                <a:spcPct val="20000"/>
              </a:spcBef>
            </a:pPr>
            <a:r>
              <a:rPr lang="en-US" altLang="en-US" sz="2540">
                <a:latin typeface="Tahoma" panose="020B0604030504040204" pitchFamily="34" charset="0"/>
              </a:rPr>
              <a:t>Test Phase</a:t>
            </a:r>
          </a:p>
          <a:p>
            <a:pPr lvl="1" eaLnBrk="1" hangingPunct="1">
              <a:lnSpc>
                <a:spcPct val="90000"/>
              </a:lnSpc>
              <a:spcBef>
                <a:spcPct val="20000"/>
              </a:spcBef>
              <a:buFontTx/>
              <a:buChar char="–"/>
            </a:pPr>
            <a:r>
              <a:rPr lang="en-US" altLang="en-US" sz="2177">
                <a:latin typeface="Tahoma" panose="020B0604030504040204" pitchFamily="34" charset="0"/>
              </a:rPr>
              <a:t>Given a new instance, </a:t>
            </a:r>
          </a:p>
          <a:p>
            <a:pPr lvl="1" eaLnBrk="1" hangingPunct="1">
              <a:lnSpc>
                <a:spcPct val="90000"/>
              </a:lnSpc>
              <a:spcBef>
                <a:spcPct val="20000"/>
              </a:spcBef>
            </a:pPr>
            <a:r>
              <a:rPr lang="en-US" altLang="en-US" sz="2177" b="1">
                <a:latin typeface="Palatino Linotype" panose="02040502050505030304" pitchFamily="18" charset="0"/>
              </a:rPr>
              <a:t>      </a:t>
            </a:r>
            <a:r>
              <a:rPr lang="en-US" altLang="en-US" sz="2177" b="1">
                <a:solidFill>
                  <a:schemeClr val="accent2"/>
                </a:solidFill>
                <a:latin typeface="Palatino Linotype" panose="02040502050505030304" pitchFamily="18" charset="0"/>
              </a:rPr>
              <a:t>x</a:t>
            </a:r>
            <a:r>
              <a:rPr lang="en-US" altLang="en-US" sz="1814">
                <a:solidFill>
                  <a:schemeClr val="accent2"/>
                </a:solidFill>
                <a:latin typeface="Palatino Linotype" panose="02040502050505030304" pitchFamily="18" charset="0"/>
              </a:rPr>
              <a:t>’=(Outlook=</a:t>
            </a:r>
            <a:r>
              <a:rPr lang="en-US" altLang="en-US" sz="1814" i="1">
                <a:solidFill>
                  <a:schemeClr val="accent2"/>
                </a:solidFill>
                <a:latin typeface="Palatino Linotype" panose="02040502050505030304" pitchFamily="18" charset="0"/>
              </a:rPr>
              <a:t>Sunny, </a:t>
            </a:r>
            <a:r>
              <a:rPr lang="en-US" altLang="en-US" sz="1814">
                <a:solidFill>
                  <a:schemeClr val="accent2"/>
                </a:solidFill>
                <a:latin typeface="Palatino Linotype" panose="02040502050505030304" pitchFamily="18" charset="0"/>
              </a:rPr>
              <a:t>Temperature=</a:t>
            </a:r>
            <a:r>
              <a:rPr lang="en-US" altLang="en-US" sz="1814" i="1">
                <a:solidFill>
                  <a:schemeClr val="accent2"/>
                </a:solidFill>
                <a:latin typeface="Palatino Linotype" panose="02040502050505030304" pitchFamily="18" charset="0"/>
              </a:rPr>
              <a:t>Cool, </a:t>
            </a:r>
            <a:r>
              <a:rPr lang="en-US" altLang="en-US" sz="1814">
                <a:solidFill>
                  <a:schemeClr val="accent2"/>
                </a:solidFill>
                <a:latin typeface="Palatino Linotype" panose="02040502050505030304" pitchFamily="18" charset="0"/>
              </a:rPr>
              <a:t>Humidity</a:t>
            </a:r>
            <a:r>
              <a:rPr lang="en-US" altLang="en-US" sz="1814" i="1">
                <a:solidFill>
                  <a:schemeClr val="accent2"/>
                </a:solidFill>
                <a:latin typeface="Palatino Linotype" panose="02040502050505030304" pitchFamily="18" charset="0"/>
              </a:rPr>
              <a:t>=High, </a:t>
            </a:r>
            <a:r>
              <a:rPr lang="en-US" altLang="en-US" sz="1814">
                <a:solidFill>
                  <a:schemeClr val="accent2"/>
                </a:solidFill>
                <a:latin typeface="Palatino Linotype" panose="02040502050505030304" pitchFamily="18" charset="0"/>
              </a:rPr>
              <a:t>Wind=</a:t>
            </a:r>
            <a:r>
              <a:rPr lang="en-US" altLang="en-US" sz="1814" i="1">
                <a:solidFill>
                  <a:schemeClr val="accent2"/>
                </a:solidFill>
                <a:latin typeface="Palatino Linotype" panose="02040502050505030304" pitchFamily="18" charset="0"/>
              </a:rPr>
              <a:t>Strong</a:t>
            </a:r>
            <a:r>
              <a:rPr lang="en-US" altLang="en-US" sz="1814">
                <a:solidFill>
                  <a:schemeClr val="accent2"/>
                </a:solidFill>
                <a:latin typeface="Palatino Linotype" panose="02040502050505030304" pitchFamily="18" charset="0"/>
              </a:rPr>
              <a:t>)</a:t>
            </a:r>
          </a:p>
          <a:p>
            <a:pPr lvl="1" eaLnBrk="1" hangingPunct="1">
              <a:lnSpc>
                <a:spcPct val="90000"/>
              </a:lnSpc>
              <a:spcBef>
                <a:spcPct val="20000"/>
              </a:spcBef>
              <a:buFontTx/>
              <a:buChar char="–"/>
            </a:pPr>
            <a:r>
              <a:rPr lang="en-US" altLang="en-US" sz="2177">
                <a:solidFill>
                  <a:schemeClr val="tx2"/>
                </a:solidFill>
                <a:latin typeface="Tahoma" panose="020B0604030504040204" pitchFamily="34" charset="0"/>
              </a:rPr>
              <a:t>Look up tables</a:t>
            </a:r>
          </a:p>
          <a:p>
            <a:pPr lvl="1" eaLnBrk="1" hangingPunct="1">
              <a:lnSpc>
                <a:spcPct val="90000"/>
              </a:lnSpc>
              <a:spcBef>
                <a:spcPct val="20000"/>
              </a:spcBef>
              <a:buFontTx/>
              <a:buChar char="–"/>
            </a:pPr>
            <a:endParaRPr lang="en-US" altLang="en-US" sz="2177">
              <a:solidFill>
                <a:schemeClr val="tx2"/>
              </a:solidFill>
              <a:latin typeface="Tahoma" panose="020B0604030504040204" pitchFamily="34" charset="0"/>
            </a:endParaRPr>
          </a:p>
          <a:p>
            <a:pPr lvl="1" eaLnBrk="1" hangingPunct="1">
              <a:lnSpc>
                <a:spcPct val="90000"/>
              </a:lnSpc>
              <a:spcBef>
                <a:spcPct val="20000"/>
              </a:spcBef>
              <a:buFontTx/>
              <a:buChar char="–"/>
            </a:pPr>
            <a:endParaRPr lang="en-US" altLang="en-US" sz="2177">
              <a:solidFill>
                <a:schemeClr val="tx2"/>
              </a:solidFill>
              <a:latin typeface="Tahoma" panose="020B0604030504040204" pitchFamily="34" charset="0"/>
            </a:endParaRPr>
          </a:p>
          <a:p>
            <a:pPr lvl="1" eaLnBrk="1" hangingPunct="1">
              <a:lnSpc>
                <a:spcPct val="90000"/>
              </a:lnSpc>
              <a:spcBef>
                <a:spcPct val="20000"/>
              </a:spcBef>
              <a:buFontTx/>
              <a:buChar char="–"/>
            </a:pPr>
            <a:endParaRPr lang="en-US" altLang="en-US" sz="2177">
              <a:solidFill>
                <a:schemeClr val="tx2"/>
              </a:solidFill>
              <a:latin typeface="Tahoma" panose="020B0604030504040204" pitchFamily="34" charset="0"/>
            </a:endParaRPr>
          </a:p>
          <a:p>
            <a:pPr lvl="1" eaLnBrk="1" hangingPunct="1">
              <a:lnSpc>
                <a:spcPct val="90000"/>
              </a:lnSpc>
              <a:spcBef>
                <a:spcPct val="20000"/>
              </a:spcBef>
              <a:buFontTx/>
              <a:buChar char="–"/>
            </a:pPr>
            <a:endParaRPr lang="en-US" altLang="en-US" sz="2177">
              <a:solidFill>
                <a:schemeClr val="tx2"/>
              </a:solidFill>
              <a:latin typeface="Tahoma" panose="020B0604030504040204" pitchFamily="34" charset="0"/>
            </a:endParaRPr>
          </a:p>
          <a:p>
            <a:pPr lvl="1" eaLnBrk="1" hangingPunct="1">
              <a:lnSpc>
                <a:spcPct val="90000"/>
              </a:lnSpc>
              <a:spcBef>
                <a:spcPct val="20000"/>
              </a:spcBef>
              <a:buFontTx/>
              <a:buChar char="–"/>
            </a:pPr>
            <a:endParaRPr lang="en-US" altLang="en-US" sz="2177">
              <a:solidFill>
                <a:schemeClr val="tx2"/>
              </a:solidFill>
              <a:latin typeface="Tahoma" panose="020B0604030504040204" pitchFamily="34" charset="0"/>
            </a:endParaRPr>
          </a:p>
          <a:p>
            <a:pPr lvl="1" eaLnBrk="1" hangingPunct="1">
              <a:lnSpc>
                <a:spcPct val="90000"/>
              </a:lnSpc>
              <a:spcBef>
                <a:spcPct val="20000"/>
              </a:spcBef>
              <a:buFontTx/>
              <a:buChar char="–"/>
            </a:pPr>
            <a:r>
              <a:rPr lang="en-US" altLang="en-US" sz="2177">
                <a:solidFill>
                  <a:schemeClr val="tx2"/>
                </a:solidFill>
                <a:latin typeface="Tahoma" panose="020B0604030504040204" pitchFamily="34" charset="0"/>
              </a:rPr>
              <a:t>MAP rule</a:t>
            </a:r>
          </a:p>
        </p:txBody>
      </p:sp>
      <p:sp>
        <p:nvSpPr>
          <p:cNvPr id="18439" name="Text Box 91">
            <a:extLst>
              <a:ext uri="{FF2B5EF4-FFF2-40B4-BE49-F238E27FC236}">
                <a16:creationId xmlns:a16="http://schemas.microsoft.com/office/drawing/2014/main" id="{1721BC0E-636C-8F34-C601-3E50BA429E1C}"/>
              </a:ext>
            </a:extLst>
          </p:cNvPr>
          <p:cNvSpPr txBox="1">
            <a:spLocks noChangeArrowheads="1"/>
          </p:cNvSpPr>
          <p:nvPr/>
        </p:nvSpPr>
        <p:spPr bwMode="auto">
          <a:xfrm>
            <a:off x="5675551" y="2424382"/>
            <a:ext cx="3597075" cy="1699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1042988" eaLnBrk="0" hangingPunct="0">
              <a:defRPr sz="5000">
                <a:solidFill>
                  <a:schemeClr val="tx1"/>
                </a:solidFill>
                <a:latin typeface="Times New Roman" panose="02020603050405020304" pitchFamily="18" charset="0"/>
              </a:defRPr>
            </a:lvl1pPr>
            <a:lvl2pPr marL="742950" indent="-285750" defTabSz="1042988" eaLnBrk="0" hangingPunct="0">
              <a:defRPr sz="5000">
                <a:solidFill>
                  <a:schemeClr val="tx1"/>
                </a:solidFill>
                <a:latin typeface="Times New Roman" panose="02020603050405020304" pitchFamily="18" charset="0"/>
              </a:defRPr>
            </a:lvl2pPr>
            <a:lvl3pPr marL="1143000" indent="-228600" defTabSz="1042988" eaLnBrk="0" hangingPunct="0">
              <a:defRPr sz="5000">
                <a:solidFill>
                  <a:schemeClr val="tx1"/>
                </a:solidFill>
                <a:latin typeface="Times New Roman" panose="02020603050405020304" pitchFamily="18" charset="0"/>
              </a:defRPr>
            </a:lvl3pPr>
            <a:lvl4pPr marL="1600200" indent="-228600" defTabSz="1042988" eaLnBrk="0" hangingPunct="0">
              <a:defRPr sz="5000">
                <a:solidFill>
                  <a:schemeClr val="tx1"/>
                </a:solidFill>
                <a:latin typeface="Times New Roman" panose="02020603050405020304" pitchFamily="18" charset="0"/>
              </a:defRPr>
            </a:lvl4pPr>
            <a:lvl5pPr marL="2057400" indent="-228600" defTabSz="1042988" eaLnBrk="0" hangingPunct="0">
              <a:defRPr sz="5000">
                <a:solidFill>
                  <a:schemeClr val="tx1"/>
                </a:solidFill>
                <a:latin typeface="Times New Roman" panose="02020603050405020304" pitchFamily="18" charset="0"/>
              </a:defRPr>
            </a:lvl5pPr>
            <a:lvl6pPr marL="2514600" indent="-228600" defTabSz="1042988" eaLnBrk="0" fontAlgn="base" hangingPunct="0">
              <a:spcBef>
                <a:spcPct val="0"/>
              </a:spcBef>
              <a:spcAft>
                <a:spcPct val="0"/>
              </a:spcAft>
              <a:defRPr sz="5000">
                <a:solidFill>
                  <a:schemeClr val="tx1"/>
                </a:solidFill>
                <a:latin typeface="Times New Roman" panose="02020603050405020304" pitchFamily="18" charset="0"/>
              </a:defRPr>
            </a:lvl6pPr>
            <a:lvl7pPr marL="2971800" indent="-228600" defTabSz="1042988" eaLnBrk="0" fontAlgn="base" hangingPunct="0">
              <a:spcBef>
                <a:spcPct val="0"/>
              </a:spcBef>
              <a:spcAft>
                <a:spcPct val="0"/>
              </a:spcAft>
              <a:defRPr sz="5000">
                <a:solidFill>
                  <a:schemeClr val="tx1"/>
                </a:solidFill>
                <a:latin typeface="Times New Roman" panose="02020603050405020304" pitchFamily="18" charset="0"/>
              </a:defRPr>
            </a:lvl7pPr>
            <a:lvl8pPr marL="3429000" indent="-228600" defTabSz="1042988" eaLnBrk="0" fontAlgn="base" hangingPunct="0">
              <a:spcBef>
                <a:spcPct val="0"/>
              </a:spcBef>
              <a:spcAft>
                <a:spcPct val="0"/>
              </a:spcAft>
              <a:defRPr sz="5000">
                <a:solidFill>
                  <a:schemeClr val="tx1"/>
                </a:solidFill>
                <a:latin typeface="Times New Roman" panose="02020603050405020304" pitchFamily="18" charset="0"/>
              </a:defRPr>
            </a:lvl8pPr>
            <a:lvl9pPr marL="3886200" indent="-228600" defTabSz="1042988" eaLnBrk="0" fontAlgn="base" hangingPunct="0">
              <a:spcBef>
                <a:spcPct val="0"/>
              </a:spcBef>
              <a:spcAft>
                <a:spcPct val="0"/>
              </a:spcAft>
              <a:defRPr sz="5000">
                <a:solidFill>
                  <a:schemeClr val="tx1"/>
                </a:solidFill>
                <a:latin typeface="Times New Roman" panose="02020603050405020304" pitchFamily="18" charset="0"/>
              </a:defRPr>
            </a:lvl9pPr>
          </a:lstStyle>
          <a:p>
            <a:pPr eaLnBrk="1" hangingPunct="1">
              <a:lnSpc>
                <a:spcPct val="130000"/>
              </a:lnSpc>
            </a:pPr>
            <a:r>
              <a:rPr lang="en-GB" altLang="en-US" sz="1633">
                <a:latin typeface="Palatino Linotype" panose="02040502050505030304" pitchFamily="18" charset="0"/>
              </a:rPr>
              <a:t>P(Outlook=S</a:t>
            </a:r>
            <a:r>
              <a:rPr lang="en-GB" altLang="en-US" sz="1633" i="1">
                <a:latin typeface="Palatino Linotype" panose="02040502050505030304" pitchFamily="18" charset="0"/>
              </a:rPr>
              <a:t>unny</a:t>
            </a:r>
            <a:r>
              <a:rPr lang="en-GB" altLang="en-US" sz="1633">
                <a:latin typeface="Palatino Linotype" panose="02040502050505030304" pitchFamily="18" charset="0"/>
              </a:rPr>
              <a:t>|Play=</a:t>
            </a:r>
            <a:r>
              <a:rPr lang="en-GB" altLang="en-US" sz="1633" i="1">
                <a:latin typeface="Palatino Linotype" panose="02040502050505030304" pitchFamily="18" charset="0"/>
              </a:rPr>
              <a:t>No</a:t>
            </a:r>
            <a:r>
              <a:rPr lang="en-GB" altLang="en-US" sz="1633">
                <a:latin typeface="Palatino Linotype" panose="02040502050505030304" pitchFamily="18" charset="0"/>
              </a:rPr>
              <a:t>) = 3/5</a:t>
            </a:r>
          </a:p>
          <a:p>
            <a:pPr eaLnBrk="1" hangingPunct="1">
              <a:lnSpc>
                <a:spcPct val="130000"/>
              </a:lnSpc>
            </a:pPr>
            <a:r>
              <a:rPr lang="en-GB" altLang="en-US" sz="1633">
                <a:latin typeface="Palatino Linotype" panose="02040502050505030304" pitchFamily="18" charset="0"/>
              </a:rPr>
              <a:t>P(Temperature=</a:t>
            </a:r>
            <a:r>
              <a:rPr lang="en-GB" altLang="en-US" sz="1633" i="1">
                <a:latin typeface="Palatino Linotype" panose="02040502050505030304" pitchFamily="18" charset="0"/>
              </a:rPr>
              <a:t>Cool</a:t>
            </a:r>
            <a:r>
              <a:rPr lang="en-GB" altLang="en-US" sz="1633">
                <a:latin typeface="Palatino Linotype" panose="02040502050505030304" pitchFamily="18" charset="0"/>
              </a:rPr>
              <a:t>|Play=</a:t>
            </a:r>
            <a:r>
              <a:rPr lang="en-GB" altLang="en-US" sz="1633" i="1">
                <a:latin typeface="Palatino Linotype" panose="02040502050505030304" pitchFamily="18" charset="0"/>
              </a:rPr>
              <a:t>=No</a:t>
            </a:r>
            <a:r>
              <a:rPr lang="en-GB" altLang="en-US" sz="1633">
                <a:latin typeface="Palatino Linotype" panose="02040502050505030304" pitchFamily="18" charset="0"/>
              </a:rPr>
              <a:t>) = 1/5</a:t>
            </a:r>
          </a:p>
          <a:p>
            <a:pPr eaLnBrk="1" hangingPunct="1">
              <a:lnSpc>
                <a:spcPct val="130000"/>
              </a:lnSpc>
            </a:pPr>
            <a:r>
              <a:rPr lang="en-GB" altLang="en-US" sz="1633">
                <a:latin typeface="Palatino Linotype" panose="02040502050505030304" pitchFamily="18" charset="0"/>
              </a:rPr>
              <a:t>P(Huminity=</a:t>
            </a:r>
            <a:r>
              <a:rPr lang="en-GB" altLang="en-US" sz="1633" i="1">
                <a:latin typeface="Palatino Linotype" panose="02040502050505030304" pitchFamily="18" charset="0"/>
              </a:rPr>
              <a:t>High</a:t>
            </a:r>
            <a:r>
              <a:rPr lang="en-GB" altLang="en-US" sz="1633">
                <a:latin typeface="Palatino Linotype" panose="02040502050505030304" pitchFamily="18" charset="0"/>
              </a:rPr>
              <a:t>|Play=</a:t>
            </a:r>
            <a:r>
              <a:rPr lang="en-GB" altLang="en-US" sz="1633" i="1">
                <a:latin typeface="Palatino Linotype" panose="02040502050505030304" pitchFamily="18" charset="0"/>
              </a:rPr>
              <a:t>No</a:t>
            </a:r>
            <a:r>
              <a:rPr lang="en-GB" altLang="en-US" sz="1633">
                <a:latin typeface="Palatino Linotype" panose="02040502050505030304" pitchFamily="18" charset="0"/>
              </a:rPr>
              <a:t>) = 4/5</a:t>
            </a:r>
          </a:p>
          <a:p>
            <a:pPr eaLnBrk="1" hangingPunct="1">
              <a:lnSpc>
                <a:spcPct val="130000"/>
              </a:lnSpc>
            </a:pPr>
            <a:r>
              <a:rPr lang="en-GB" altLang="en-US" sz="1633">
                <a:latin typeface="Palatino Linotype" panose="02040502050505030304" pitchFamily="18" charset="0"/>
              </a:rPr>
              <a:t>P(Wind=</a:t>
            </a:r>
            <a:r>
              <a:rPr lang="en-GB" altLang="en-US" sz="1633" i="1">
                <a:latin typeface="Palatino Linotype" panose="02040502050505030304" pitchFamily="18" charset="0"/>
              </a:rPr>
              <a:t>Strong</a:t>
            </a:r>
            <a:r>
              <a:rPr lang="en-GB" altLang="en-US" sz="1633">
                <a:latin typeface="Palatino Linotype" panose="02040502050505030304" pitchFamily="18" charset="0"/>
              </a:rPr>
              <a:t>|Play=</a:t>
            </a:r>
            <a:r>
              <a:rPr lang="en-GB" altLang="en-US" sz="1633" i="1">
                <a:latin typeface="Palatino Linotype" panose="02040502050505030304" pitchFamily="18" charset="0"/>
              </a:rPr>
              <a:t>No</a:t>
            </a:r>
            <a:r>
              <a:rPr lang="en-GB" altLang="en-US" sz="1633">
                <a:latin typeface="Palatino Linotype" panose="02040502050505030304" pitchFamily="18" charset="0"/>
              </a:rPr>
              <a:t>) = 3/5</a:t>
            </a:r>
          </a:p>
          <a:p>
            <a:pPr eaLnBrk="1" hangingPunct="1">
              <a:lnSpc>
                <a:spcPct val="130000"/>
              </a:lnSpc>
            </a:pPr>
            <a:r>
              <a:rPr lang="en-GB" altLang="en-US" sz="1633">
                <a:latin typeface="Palatino Linotype" panose="02040502050505030304" pitchFamily="18" charset="0"/>
              </a:rPr>
              <a:t>P(Play=</a:t>
            </a:r>
            <a:r>
              <a:rPr lang="en-GB" altLang="en-US" sz="1633" i="1">
                <a:latin typeface="Palatino Linotype" panose="02040502050505030304" pitchFamily="18" charset="0"/>
              </a:rPr>
              <a:t>No</a:t>
            </a:r>
            <a:r>
              <a:rPr lang="en-GB" altLang="en-US" sz="1633">
                <a:latin typeface="Palatino Linotype" panose="02040502050505030304" pitchFamily="18" charset="0"/>
              </a:rPr>
              <a:t>) = 5/14</a:t>
            </a:r>
          </a:p>
        </p:txBody>
      </p:sp>
      <p:sp>
        <p:nvSpPr>
          <p:cNvPr id="18440" name="Text Box 93">
            <a:extLst>
              <a:ext uri="{FF2B5EF4-FFF2-40B4-BE49-F238E27FC236}">
                <a16:creationId xmlns:a16="http://schemas.microsoft.com/office/drawing/2014/main" id="{79B3E32A-B036-92CA-8874-A84BCA24A06F}"/>
              </a:ext>
            </a:extLst>
          </p:cNvPr>
          <p:cNvSpPr txBox="1">
            <a:spLocks noChangeArrowheads="1"/>
          </p:cNvSpPr>
          <p:nvPr/>
        </p:nvSpPr>
        <p:spPr bwMode="auto">
          <a:xfrm>
            <a:off x="1689442" y="2424383"/>
            <a:ext cx="3516155" cy="1699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1042988" eaLnBrk="0" hangingPunct="0">
              <a:defRPr sz="5000">
                <a:solidFill>
                  <a:schemeClr val="tx1"/>
                </a:solidFill>
                <a:latin typeface="Times New Roman" panose="02020603050405020304" pitchFamily="18" charset="0"/>
              </a:defRPr>
            </a:lvl1pPr>
            <a:lvl2pPr marL="742950" indent="-285750" defTabSz="1042988" eaLnBrk="0" hangingPunct="0">
              <a:defRPr sz="5000">
                <a:solidFill>
                  <a:schemeClr val="tx1"/>
                </a:solidFill>
                <a:latin typeface="Times New Roman" panose="02020603050405020304" pitchFamily="18" charset="0"/>
              </a:defRPr>
            </a:lvl2pPr>
            <a:lvl3pPr marL="1143000" indent="-228600" defTabSz="1042988" eaLnBrk="0" hangingPunct="0">
              <a:defRPr sz="5000">
                <a:solidFill>
                  <a:schemeClr val="tx1"/>
                </a:solidFill>
                <a:latin typeface="Times New Roman" panose="02020603050405020304" pitchFamily="18" charset="0"/>
              </a:defRPr>
            </a:lvl3pPr>
            <a:lvl4pPr marL="1600200" indent="-228600" defTabSz="1042988" eaLnBrk="0" hangingPunct="0">
              <a:defRPr sz="5000">
                <a:solidFill>
                  <a:schemeClr val="tx1"/>
                </a:solidFill>
                <a:latin typeface="Times New Roman" panose="02020603050405020304" pitchFamily="18" charset="0"/>
              </a:defRPr>
            </a:lvl4pPr>
            <a:lvl5pPr marL="2057400" indent="-228600" defTabSz="1042988" eaLnBrk="0" hangingPunct="0">
              <a:defRPr sz="5000">
                <a:solidFill>
                  <a:schemeClr val="tx1"/>
                </a:solidFill>
                <a:latin typeface="Times New Roman" panose="02020603050405020304" pitchFamily="18" charset="0"/>
              </a:defRPr>
            </a:lvl5pPr>
            <a:lvl6pPr marL="2514600" indent="-228600" defTabSz="1042988" eaLnBrk="0" fontAlgn="base" hangingPunct="0">
              <a:spcBef>
                <a:spcPct val="0"/>
              </a:spcBef>
              <a:spcAft>
                <a:spcPct val="0"/>
              </a:spcAft>
              <a:defRPr sz="5000">
                <a:solidFill>
                  <a:schemeClr val="tx1"/>
                </a:solidFill>
                <a:latin typeface="Times New Roman" panose="02020603050405020304" pitchFamily="18" charset="0"/>
              </a:defRPr>
            </a:lvl6pPr>
            <a:lvl7pPr marL="2971800" indent="-228600" defTabSz="1042988" eaLnBrk="0" fontAlgn="base" hangingPunct="0">
              <a:spcBef>
                <a:spcPct val="0"/>
              </a:spcBef>
              <a:spcAft>
                <a:spcPct val="0"/>
              </a:spcAft>
              <a:defRPr sz="5000">
                <a:solidFill>
                  <a:schemeClr val="tx1"/>
                </a:solidFill>
                <a:latin typeface="Times New Roman" panose="02020603050405020304" pitchFamily="18" charset="0"/>
              </a:defRPr>
            </a:lvl7pPr>
            <a:lvl8pPr marL="3429000" indent="-228600" defTabSz="1042988" eaLnBrk="0" fontAlgn="base" hangingPunct="0">
              <a:spcBef>
                <a:spcPct val="0"/>
              </a:spcBef>
              <a:spcAft>
                <a:spcPct val="0"/>
              </a:spcAft>
              <a:defRPr sz="5000">
                <a:solidFill>
                  <a:schemeClr val="tx1"/>
                </a:solidFill>
                <a:latin typeface="Times New Roman" panose="02020603050405020304" pitchFamily="18" charset="0"/>
              </a:defRPr>
            </a:lvl8pPr>
            <a:lvl9pPr marL="3886200" indent="-228600" defTabSz="1042988" eaLnBrk="0" fontAlgn="base" hangingPunct="0">
              <a:spcBef>
                <a:spcPct val="0"/>
              </a:spcBef>
              <a:spcAft>
                <a:spcPct val="0"/>
              </a:spcAft>
              <a:defRPr sz="5000">
                <a:solidFill>
                  <a:schemeClr val="tx1"/>
                </a:solidFill>
                <a:latin typeface="Times New Roman" panose="02020603050405020304" pitchFamily="18" charset="0"/>
              </a:defRPr>
            </a:lvl9pPr>
          </a:lstStyle>
          <a:p>
            <a:pPr eaLnBrk="1" hangingPunct="1">
              <a:lnSpc>
                <a:spcPct val="130000"/>
              </a:lnSpc>
            </a:pPr>
            <a:r>
              <a:rPr lang="en-GB" altLang="en-US" sz="1633">
                <a:latin typeface="Palatino Linotype" panose="02040502050505030304" pitchFamily="18" charset="0"/>
              </a:rPr>
              <a:t>P(Outlook=</a:t>
            </a:r>
            <a:r>
              <a:rPr lang="en-GB" altLang="en-US" sz="1633" i="1">
                <a:latin typeface="Palatino Linotype" panose="02040502050505030304" pitchFamily="18" charset="0"/>
              </a:rPr>
              <a:t>Sunny</a:t>
            </a:r>
            <a:r>
              <a:rPr lang="en-GB" altLang="en-US" sz="1633">
                <a:latin typeface="Palatino Linotype" panose="02040502050505030304" pitchFamily="18" charset="0"/>
              </a:rPr>
              <a:t>|Play=</a:t>
            </a:r>
            <a:r>
              <a:rPr lang="en-GB" altLang="en-US" sz="1633" i="1">
                <a:latin typeface="Palatino Linotype" panose="02040502050505030304" pitchFamily="18" charset="0"/>
              </a:rPr>
              <a:t>Yes</a:t>
            </a:r>
            <a:r>
              <a:rPr lang="en-GB" altLang="en-US" sz="1633">
                <a:latin typeface="Palatino Linotype" panose="02040502050505030304" pitchFamily="18" charset="0"/>
              </a:rPr>
              <a:t>) = 2/9</a:t>
            </a:r>
          </a:p>
          <a:p>
            <a:pPr eaLnBrk="1" hangingPunct="1">
              <a:lnSpc>
                <a:spcPct val="130000"/>
              </a:lnSpc>
            </a:pPr>
            <a:r>
              <a:rPr lang="en-GB" altLang="en-US" sz="1633">
                <a:latin typeface="Palatino Linotype" panose="02040502050505030304" pitchFamily="18" charset="0"/>
              </a:rPr>
              <a:t>P(Temperature=</a:t>
            </a:r>
            <a:r>
              <a:rPr lang="en-GB" altLang="en-US" sz="1633" i="1">
                <a:latin typeface="Palatino Linotype" panose="02040502050505030304" pitchFamily="18" charset="0"/>
              </a:rPr>
              <a:t>Cool</a:t>
            </a:r>
            <a:r>
              <a:rPr lang="en-GB" altLang="en-US" sz="1633">
                <a:latin typeface="Palatino Linotype" panose="02040502050505030304" pitchFamily="18" charset="0"/>
              </a:rPr>
              <a:t>|Play=</a:t>
            </a:r>
            <a:r>
              <a:rPr lang="en-GB" altLang="en-US" sz="1633" i="1">
                <a:latin typeface="Palatino Linotype" panose="02040502050505030304" pitchFamily="18" charset="0"/>
              </a:rPr>
              <a:t>Yes</a:t>
            </a:r>
            <a:r>
              <a:rPr lang="en-GB" altLang="en-US" sz="1633">
                <a:latin typeface="Palatino Linotype" panose="02040502050505030304" pitchFamily="18" charset="0"/>
              </a:rPr>
              <a:t>) = 3/9</a:t>
            </a:r>
          </a:p>
          <a:p>
            <a:pPr eaLnBrk="1" hangingPunct="1">
              <a:lnSpc>
                <a:spcPct val="130000"/>
              </a:lnSpc>
            </a:pPr>
            <a:r>
              <a:rPr lang="en-GB" altLang="en-US" sz="1633">
                <a:latin typeface="Palatino Linotype" panose="02040502050505030304" pitchFamily="18" charset="0"/>
              </a:rPr>
              <a:t>P(Huminity=</a:t>
            </a:r>
            <a:r>
              <a:rPr lang="en-GB" altLang="en-US" sz="1633" i="1">
                <a:latin typeface="Palatino Linotype" panose="02040502050505030304" pitchFamily="18" charset="0"/>
              </a:rPr>
              <a:t>High</a:t>
            </a:r>
            <a:r>
              <a:rPr lang="en-GB" altLang="en-US" sz="1633">
                <a:latin typeface="Palatino Linotype" panose="02040502050505030304" pitchFamily="18" charset="0"/>
              </a:rPr>
              <a:t>|Play=</a:t>
            </a:r>
            <a:r>
              <a:rPr lang="en-GB" altLang="en-US" sz="1633" i="1">
                <a:latin typeface="Palatino Linotype" panose="02040502050505030304" pitchFamily="18" charset="0"/>
              </a:rPr>
              <a:t>Yes</a:t>
            </a:r>
            <a:r>
              <a:rPr lang="en-GB" altLang="en-US" sz="1633">
                <a:latin typeface="Palatino Linotype" panose="02040502050505030304" pitchFamily="18" charset="0"/>
              </a:rPr>
              <a:t>) = 3/9</a:t>
            </a:r>
          </a:p>
          <a:p>
            <a:pPr eaLnBrk="1" hangingPunct="1">
              <a:lnSpc>
                <a:spcPct val="130000"/>
              </a:lnSpc>
            </a:pPr>
            <a:r>
              <a:rPr lang="en-GB" altLang="en-US" sz="1633">
                <a:latin typeface="Palatino Linotype" panose="02040502050505030304" pitchFamily="18" charset="0"/>
              </a:rPr>
              <a:t>P(Wind=</a:t>
            </a:r>
            <a:r>
              <a:rPr lang="en-GB" altLang="en-US" sz="1633" i="1">
                <a:latin typeface="Palatino Linotype" panose="02040502050505030304" pitchFamily="18" charset="0"/>
              </a:rPr>
              <a:t>Strong</a:t>
            </a:r>
            <a:r>
              <a:rPr lang="en-GB" altLang="en-US" sz="1633">
                <a:latin typeface="Palatino Linotype" panose="02040502050505030304" pitchFamily="18" charset="0"/>
              </a:rPr>
              <a:t>|Play=</a:t>
            </a:r>
            <a:r>
              <a:rPr lang="en-GB" altLang="en-US" sz="1633" i="1">
                <a:latin typeface="Palatino Linotype" panose="02040502050505030304" pitchFamily="18" charset="0"/>
              </a:rPr>
              <a:t>Yes</a:t>
            </a:r>
            <a:r>
              <a:rPr lang="en-GB" altLang="en-US" sz="1633">
                <a:latin typeface="Palatino Linotype" panose="02040502050505030304" pitchFamily="18" charset="0"/>
              </a:rPr>
              <a:t>) = 3/9</a:t>
            </a:r>
          </a:p>
          <a:p>
            <a:pPr eaLnBrk="1" hangingPunct="1">
              <a:lnSpc>
                <a:spcPct val="130000"/>
              </a:lnSpc>
            </a:pPr>
            <a:r>
              <a:rPr lang="en-GB" altLang="en-US" sz="1633">
                <a:latin typeface="Palatino Linotype" panose="02040502050505030304" pitchFamily="18" charset="0"/>
              </a:rPr>
              <a:t>P(Play=</a:t>
            </a:r>
            <a:r>
              <a:rPr lang="en-GB" altLang="en-US" sz="1633" i="1">
                <a:latin typeface="Palatino Linotype" panose="02040502050505030304" pitchFamily="18" charset="0"/>
              </a:rPr>
              <a:t>Yes</a:t>
            </a:r>
            <a:r>
              <a:rPr lang="en-GB" altLang="en-US" sz="1633">
                <a:latin typeface="Palatino Linotype" panose="02040502050505030304" pitchFamily="18" charset="0"/>
              </a:rPr>
              <a:t>) = 9/14</a:t>
            </a:r>
          </a:p>
        </p:txBody>
      </p:sp>
      <p:sp>
        <p:nvSpPr>
          <p:cNvPr id="18441" name="Text Box 94">
            <a:extLst>
              <a:ext uri="{FF2B5EF4-FFF2-40B4-BE49-F238E27FC236}">
                <a16:creationId xmlns:a16="http://schemas.microsoft.com/office/drawing/2014/main" id="{6CD8E869-F54A-95EE-C23D-7A9F7739AE5A}"/>
              </a:ext>
            </a:extLst>
          </p:cNvPr>
          <p:cNvSpPr txBox="1">
            <a:spLocks noChangeArrowheads="1"/>
          </p:cNvSpPr>
          <p:nvPr/>
        </p:nvSpPr>
        <p:spPr bwMode="auto">
          <a:xfrm>
            <a:off x="1611734" y="4688838"/>
            <a:ext cx="7740627" cy="1693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042988" eaLnBrk="0" hangingPunct="0">
              <a:defRPr sz="5000">
                <a:solidFill>
                  <a:schemeClr val="tx1"/>
                </a:solidFill>
                <a:latin typeface="Times New Roman" panose="02020603050405020304" pitchFamily="18" charset="0"/>
              </a:defRPr>
            </a:lvl1pPr>
            <a:lvl2pPr marL="742950" indent="-285750" defTabSz="1042988" eaLnBrk="0" hangingPunct="0">
              <a:defRPr sz="5000">
                <a:solidFill>
                  <a:schemeClr val="tx1"/>
                </a:solidFill>
                <a:latin typeface="Times New Roman" panose="02020603050405020304" pitchFamily="18" charset="0"/>
              </a:defRPr>
            </a:lvl2pPr>
            <a:lvl3pPr marL="1143000" indent="-228600" defTabSz="1042988" eaLnBrk="0" hangingPunct="0">
              <a:defRPr sz="5000">
                <a:solidFill>
                  <a:schemeClr val="tx1"/>
                </a:solidFill>
                <a:latin typeface="Times New Roman" panose="02020603050405020304" pitchFamily="18" charset="0"/>
              </a:defRPr>
            </a:lvl3pPr>
            <a:lvl4pPr marL="1600200" indent="-228600" defTabSz="1042988" eaLnBrk="0" hangingPunct="0">
              <a:defRPr sz="5000">
                <a:solidFill>
                  <a:schemeClr val="tx1"/>
                </a:solidFill>
                <a:latin typeface="Times New Roman" panose="02020603050405020304" pitchFamily="18" charset="0"/>
              </a:defRPr>
            </a:lvl4pPr>
            <a:lvl5pPr marL="2057400" indent="-228600" defTabSz="1042988" eaLnBrk="0" hangingPunct="0">
              <a:defRPr sz="5000">
                <a:solidFill>
                  <a:schemeClr val="tx1"/>
                </a:solidFill>
                <a:latin typeface="Times New Roman" panose="02020603050405020304" pitchFamily="18" charset="0"/>
              </a:defRPr>
            </a:lvl5pPr>
            <a:lvl6pPr marL="2514600" indent="-228600" defTabSz="1042988" eaLnBrk="0" fontAlgn="base" hangingPunct="0">
              <a:spcBef>
                <a:spcPct val="0"/>
              </a:spcBef>
              <a:spcAft>
                <a:spcPct val="0"/>
              </a:spcAft>
              <a:defRPr sz="5000">
                <a:solidFill>
                  <a:schemeClr val="tx1"/>
                </a:solidFill>
                <a:latin typeface="Times New Roman" panose="02020603050405020304" pitchFamily="18" charset="0"/>
              </a:defRPr>
            </a:lvl6pPr>
            <a:lvl7pPr marL="2971800" indent="-228600" defTabSz="1042988" eaLnBrk="0" fontAlgn="base" hangingPunct="0">
              <a:spcBef>
                <a:spcPct val="0"/>
              </a:spcBef>
              <a:spcAft>
                <a:spcPct val="0"/>
              </a:spcAft>
              <a:defRPr sz="5000">
                <a:solidFill>
                  <a:schemeClr val="tx1"/>
                </a:solidFill>
                <a:latin typeface="Times New Roman" panose="02020603050405020304" pitchFamily="18" charset="0"/>
              </a:defRPr>
            </a:lvl7pPr>
            <a:lvl8pPr marL="3429000" indent="-228600" defTabSz="1042988" eaLnBrk="0" fontAlgn="base" hangingPunct="0">
              <a:spcBef>
                <a:spcPct val="0"/>
              </a:spcBef>
              <a:spcAft>
                <a:spcPct val="0"/>
              </a:spcAft>
              <a:defRPr sz="5000">
                <a:solidFill>
                  <a:schemeClr val="tx1"/>
                </a:solidFill>
                <a:latin typeface="Times New Roman" panose="02020603050405020304" pitchFamily="18" charset="0"/>
              </a:defRPr>
            </a:lvl8pPr>
            <a:lvl9pPr marL="3886200" indent="-228600" defTabSz="1042988" eaLnBrk="0" fontAlgn="base" hangingPunct="0">
              <a:spcBef>
                <a:spcPct val="0"/>
              </a:spcBef>
              <a:spcAft>
                <a:spcPct val="0"/>
              </a:spcAft>
              <a:defRPr sz="5000">
                <a:solidFill>
                  <a:schemeClr val="tx1"/>
                </a:solidFill>
                <a:latin typeface="Times New Roman" panose="02020603050405020304" pitchFamily="18" charset="0"/>
              </a:defRPr>
            </a:lvl9pPr>
          </a:lstStyle>
          <a:p>
            <a:pPr eaLnBrk="1" hangingPunct="1">
              <a:lnSpc>
                <a:spcPct val="130000"/>
              </a:lnSpc>
            </a:pPr>
            <a:r>
              <a:rPr lang="en-GB" altLang="en-US" sz="1633">
                <a:solidFill>
                  <a:schemeClr val="accent2"/>
                </a:solidFill>
                <a:latin typeface="Palatino Linotype" panose="02040502050505030304" pitchFamily="18" charset="0"/>
              </a:rPr>
              <a:t>P(</a:t>
            </a:r>
            <a:r>
              <a:rPr lang="en-GB" altLang="en-US" sz="1633" i="1">
                <a:solidFill>
                  <a:schemeClr val="accent2"/>
                </a:solidFill>
                <a:latin typeface="Palatino Linotype" panose="02040502050505030304" pitchFamily="18" charset="0"/>
              </a:rPr>
              <a:t>Yes</a:t>
            </a:r>
            <a:r>
              <a:rPr lang="en-GB" altLang="en-US" sz="1633">
                <a:solidFill>
                  <a:schemeClr val="accent2"/>
                </a:solidFill>
                <a:latin typeface="Palatino Linotype" panose="02040502050505030304" pitchFamily="18" charset="0"/>
              </a:rPr>
              <a:t>|</a:t>
            </a:r>
            <a:r>
              <a:rPr lang="en-GB" altLang="en-US" sz="1995" b="1">
                <a:solidFill>
                  <a:schemeClr val="accent2"/>
                </a:solidFill>
                <a:latin typeface="Palatino Linotype" panose="02040502050505030304" pitchFamily="18" charset="0"/>
              </a:rPr>
              <a:t>x</a:t>
            </a:r>
            <a:r>
              <a:rPr lang="en-GB" altLang="en-US" sz="1633">
                <a:solidFill>
                  <a:schemeClr val="accent2"/>
                </a:solidFill>
                <a:latin typeface="Palatino Linotype" panose="02040502050505030304" pitchFamily="18" charset="0"/>
              </a:rPr>
              <a:t>’):</a:t>
            </a:r>
            <a:r>
              <a:rPr lang="en-GB" altLang="en-US" sz="1633">
                <a:latin typeface="Palatino Linotype" panose="02040502050505030304" pitchFamily="18" charset="0"/>
              </a:rPr>
              <a:t> [P(</a:t>
            </a:r>
            <a:r>
              <a:rPr lang="en-GB" altLang="en-US" sz="1633" i="1">
                <a:latin typeface="Palatino Linotype" panose="02040502050505030304" pitchFamily="18" charset="0"/>
              </a:rPr>
              <a:t>Sunny</a:t>
            </a:r>
            <a:r>
              <a:rPr lang="en-GB" altLang="en-US" sz="1633">
                <a:latin typeface="Palatino Linotype" panose="02040502050505030304" pitchFamily="18" charset="0"/>
              </a:rPr>
              <a:t>|Y</a:t>
            </a:r>
            <a:r>
              <a:rPr lang="en-GB" altLang="en-US" sz="1633" i="1">
                <a:latin typeface="Palatino Linotype" panose="02040502050505030304" pitchFamily="18" charset="0"/>
              </a:rPr>
              <a:t>es</a:t>
            </a:r>
            <a:r>
              <a:rPr lang="en-GB" altLang="en-US" sz="1633">
                <a:latin typeface="Palatino Linotype" panose="02040502050505030304" pitchFamily="18" charset="0"/>
              </a:rPr>
              <a:t>)P(</a:t>
            </a:r>
            <a:r>
              <a:rPr lang="en-GB" altLang="en-US" sz="1633" i="1">
                <a:latin typeface="Palatino Linotype" panose="02040502050505030304" pitchFamily="18" charset="0"/>
              </a:rPr>
              <a:t>Cool</a:t>
            </a:r>
            <a:r>
              <a:rPr lang="en-GB" altLang="en-US" sz="1633">
                <a:latin typeface="Palatino Linotype" panose="02040502050505030304" pitchFamily="18" charset="0"/>
              </a:rPr>
              <a:t>|</a:t>
            </a:r>
            <a:r>
              <a:rPr lang="en-GB" altLang="en-US" sz="1633" i="1">
                <a:latin typeface="Palatino Linotype" panose="02040502050505030304" pitchFamily="18" charset="0"/>
              </a:rPr>
              <a:t>Yes</a:t>
            </a:r>
            <a:r>
              <a:rPr lang="en-GB" altLang="en-US" sz="1633">
                <a:latin typeface="Palatino Linotype" panose="02040502050505030304" pitchFamily="18" charset="0"/>
              </a:rPr>
              <a:t>)P(</a:t>
            </a:r>
            <a:r>
              <a:rPr lang="en-GB" altLang="en-US" sz="1633" i="1">
                <a:latin typeface="Palatino Linotype" panose="02040502050505030304" pitchFamily="18" charset="0"/>
              </a:rPr>
              <a:t>High</a:t>
            </a:r>
            <a:r>
              <a:rPr lang="en-GB" altLang="en-US" sz="1633">
                <a:latin typeface="Palatino Linotype" panose="02040502050505030304" pitchFamily="18" charset="0"/>
              </a:rPr>
              <a:t>|Y</a:t>
            </a:r>
            <a:r>
              <a:rPr lang="en-GB" altLang="en-US" sz="1633" i="1">
                <a:latin typeface="Palatino Linotype" panose="02040502050505030304" pitchFamily="18" charset="0"/>
              </a:rPr>
              <a:t>es</a:t>
            </a:r>
            <a:r>
              <a:rPr lang="en-GB" altLang="en-US" sz="1633">
                <a:latin typeface="Palatino Linotype" panose="02040502050505030304" pitchFamily="18" charset="0"/>
              </a:rPr>
              <a:t>)P(</a:t>
            </a:r>
            <a:r>
              <a:rPr lang="en-GB" altLang="en-US" sz="1633" i="1">
                <a:latin typeface="Palatino Linotype" panose="02040502050505030304" pitchFamily="18" charset="0"/>
              </a:rPr>
              <a:t>Strong</a:t>
            </a:r>
            <a:r>
              <a:rPr lang="en-GB" altLang="en-US" sz="1633">
                <a:latin typeface="Palatino Linotype" panose="02040502050505030304" pitchFamily="18" charset="0"/>
              </a:rPr>
              <a:t>|</a:t>
            </a:r>
            <a:r>
              <a:rPr lang="en-GB" altLang="en-US" sz="1633" i="1">
                <a:latin typeface="Palatino Linotype" panose="02040502050505030304" pitchFamily="18" charset="0"/>
              </a:rPr>
              <a:t>Yes</a:t>
            </a:r>
            <a:r>
              <a:rPr lang="en-GB" altLang="en-US" sz="1633">
                <a:latin typeface="Palatino Linotype" panose="02040502050505030304" pitchFamily="18" charset="0"/>
              </a:rPr>
              <a:t>)]P(Play=</a:t>
            </a:r>
            <a:r>
              <a:rPr lang="en-GB" altLang="en-US" sz="1633" i="1">
                <a:latin typeface="Palatino Linotype" panose="02040502050505030304" pitchFamily="18" charset="0"/>
              </a:rPr>
              <a:t>Yes</a:t>
            </a:r>
            <a:r>
              <a:rPr lang="en-GB" altLang="en-US" sz="1633">
                <a:latin typeface="Palatino Linotype" panose="02040502050505030304" pitchFamily="18" charset="0"/>
              </a:rPr>
              <a:t>) = 0.0053</a:t>
            </a:r>
          </a:p>
          <a:p>
            <a:pPr eaLnBrk="1" hangingPunct="1"/>
            <a:r>
              <a:rPr lang="en-GB" altLang="en-US" sz="1633">
                <a:latin typeface="Palatino Linotype" panose="02040502050505030304" pitchFamily="18" charset="0"/>
              </a:rPr>
              <a:t> </a:t>
            </a:r>
            <a:r>
              <a:rPr lang="en-GB" altLang="en-US" sz="1633">
                <a:solidFill>
                  <a:schemeClr val="accent2"/>
                </a:solidFill>
                <a:latin typeface="Palatino Linotype" panose="02040502050505030304" pitchFamily="18" charset="0"/>
              </a:rPr>
              <a:t>P(</a:t>
            </a:r>
            <a:r>
              <a:rPr lang="en-GB" altLang="en-US" sz="1633" i="1">
                <a:solidFill>
                  <a:schemeClr val="accent2"/>
                </a:solidFill>
                <a:latin typeface="Palatino Linotype" panose="02040502050505030304" pitchFamily="18" charset="0"/>
              </a:rPr>
              <a:t>No</a:t>
            </a:r>
            <a:r>
              <a:rPr lang="en-GB" altLang="en-US" sz="1633">
                <a:solidFill>
                  <a:schemeClr val="accent2"/>
                </a:solidFill>
                <a:latin typeface="Palatino Linotype" panose="02040502050505030304" pitchFamily="18" charset="0"/>
              </a:rPr>
              <a:t>|</a:t>
            </a:r>
            <a:r>
              <a:rPr lang="en-GB" altLang="en-US" sz="1995" b="1">
                <a:solidFill>
                  <a:schemeClr val="accent2"/>
                </a:solidFill>
                <a:latin typeface="Palatino Linotype" panose="02040502050505030304" pitchFamily="18" charset="0"/>
              </a:rPr>
              <a:t>x</a:t>
            </a:r>
            <a:r>
              <a:rPr lang="en-GB" altLang="en-US" sz="1633">
                <a:solidFill>
                  <a:schemeClr val="accent2"/>
                </a:solidFill>
                <a:latin typeface="Palatino Linotype" panose="02040502050505030304" pitchFamily="18" charset="0"/>
              </a:rPr>
              <a:t>’):</a:t>
            </a:r>
            <a:r>
              <a:rPr lang="en-GB" altLang="en-US" sz="1633">
                <a:latin typeface="Palatino Linotype" panose="02040502050505030304" pitchFamily="18" charset="0"/>
              </a:rPr>
              <a:t> [P(</a:t>
            </a:r>
            <a:r>
              <a:rPr lang="en-GB" altLang="en-US" sz="1633" i="1">
                <a:latin typeface="Palatino Linotype" panose="02040502050505030304" pitchFamily="18" charset="0"/>
              </a:rPr>
              <a:t>Sunny</a:t>
            </a:r>
            <a:r>
              <a:rPr lang="en-GB" altLang="en-US" sz="1633">
                <a:latin typeface="Palatino Linotype" panose="02040502050505030304" pitchFamily="18" charset="0"/>
              </a:rPr>
              <a:t>|N</a:t>
            </a:r>
            <a:r>
              <a:rPr lang="en-GB" altLang="en-US" sz="1633" i="1">
                <a:latin typeface="Palatino Linotype" panose="02040502050505030304" pitchFamily="18" charset="0"/>
              </a:rPr>
              <a:t>o</a:t>
            </a:r>
            <a:r>
              <a:rPr lang="en-GB" altLang="en-US" sz="1633">
                <a:latin typeface="Palatino Linotype" panose="02040502050505030304" pitchFamily="18" charset="0"/>
              </a:rPr>
              <a:t>) P(</a:t>
            </a:r>
            <a:r>
              <a:rPr lang="en-GB" altLang="en-US" sz="1633" i="1">
                <a:latin typeface="Palatino Linotype" panose="02040502050505030304" pitchFamily="18" charset="0"/>
              </a:rPr>
              <a:t>Cool</a:t>
            </a:r>
            <a:r>
              <a:rPr lang="en-GB" altLang="en-US" sz="1633">
                <a:latin typeface="Palatino Linotype" panose="02040502050505030304" pitchFamily="18" charset="0"/>
              </a:rPr>
              <a:t>|N</a:t>
            </a:r>
            <a:r>
              <a:rPr lang="en-GB" altLang="en-US" sz="1633" i="1">
                <a:latin typeface="Palatino Linotype" panose="02040502050505030304" pitchFamily="18" charset="0"/>
              </a:rPr>
              <a:t>o</a:t>
            </a:r>
            <a:r>
              <a:rPr lang="en-GB" altLang="en-US" sz="1633">
                <a:latin typeface="Palatino Linotype" panose="02040502050505030304" pitchFamily="18" charset="0"/>
              </a:rPr>
              <a:t>)P(</a:t>
            </a:r>
            <a:r>
              <a:rPr lang="en-GB" altLang="en-US" sz="1633" i="1">
                <a:latin typeface="Palatino Linotype" panose="02040502050505030304" pitchFamily="18" charset="0"/>
              </a:rPr>
              <a:t>High</a:t>
            </a:r>
            <a:r>
              <a:rPr lang="en-GB" altLang="en-US" sz="1633">
                <a:latin typeface="Palatino Linotype" panose="02040502050505030304" pitchFamily="18" charset="0"/>
              </a:rPr>
              <a:t>|</a:t>
            </a:r>
            <a:r>
              <a:rPr lang="en-GB" altLang="en-US" sz="1633" i="1">
                <a:latin typeface="Palatino Linotype" panose="02040502050505030304" pitchFamily="18" charset="0"/>
              </a:rPr>
              <a:t>No</a:t>
            </a:r>
            <a:r>
              <a:rPr lang="en-GB" altLang="en-US" sz="1633">
                <a:latin typeface="Palatino Linotype" panose="02040502050505030304" pitchFamily="18" charset="0"/>
              </a:rPr>
              <a:t>)P(</a:t>
            </a:r>
            <a:r>
              <a:rPr lang="en-GB" altLang="en-US" sz="1633" i="1">
                <a:latin typeface="Palatino Linotype" panose="02040502050505030304" pitchFamily="18" charset="0"/>
              </a:rPr>
              <a:t>Strong</a:t>
            </a:r>
            <a:r>
              <a:rPr lang="en-GB" altLang="en-US" sz="1633">
                <a:latin typeface="Palatino Linotype" panose="02040502050505030304" pitchFamily="18" charset="0"/>
              </a:rPr>
              <a:t>|</a:t>
            </a:r>
            <a:r>
              <a:rPr lang="en-GB" altLang="en-US" sz="1633" i="1">
                <a:latin typeface="Palatino Linotype" panose="02040502050505030304" pitchFamily="18" charset="0"/>
              </a:rPr>
              <a:t>No</a:t>
            </a:r>
            <a:r>
              <a:rPr lang="en-GB" altLang="en-US" sz="1633">
                <a:latin typeface="Palatino Linotype" panose="02040502050505030304" pitchFamily="18" charset="0"/>
              </a:rPr>
              <a:t>)]P(Play=</a:t>
            </a:r>
            <a:r>
              <a:rPr lang="en-GB" altLang="en-US" sz="1633" i="1">
                <a:latin typeface="Palatino Linotype" panose="02040502050505030304" pitchFamily="18" charset="0"/>
              </a:rPr>
              <a:t>No</a:t>
            </a:r>
            <a:r>
              <a:rPr lang="en-GB" altLang="en-US" sz="1633">
                <a:latin typeface="Palatino Linotype" panose="02040502050505030304" pitchFamily="18" charset="0"/>
              </a:rPr>
              <a:t>) = 0.0206</a:t>
            </a:r>
          </a:p>
          <a:p>
            <a:pPr eaLnBrk="1" hangingPunct="1">
              <a:lnSpc>
                <a:spcPct val="50000"/>
              </a:lnSpc>
            </a:pPr>
            <a:endParaRPr lang="en-GB" altLang="en-US" sz="1633">
              <a:latin typeface="Palatino Linotype" panose="02040502050505030304" pitchFamily="18" charset="0"/>
            </a:endParaRPr>
          </a:p>
          <a:p>
            <a:pPr eaLnBrk="1" hangingPunct="1">
              <a:lnSpc>
                <a:spcPct val="130000"/>
              </a:lnSpc>
            </a:pPr>
            <a:r>
              <a:rPr lang="en-GB" altLang="en-US" sz="1814">
                <a:solidFill>
                  <a:schemeClr val="accent2"/>
                </a:solidFill>
                <a:latin typeface="Palatino Linotype" panose="02040502050505030304" pitchFamily="18" charset="0"/>
              </a:rPr>
              <a:t>         Given the fact</a:t>
            </a:r>
            <a:r>
              <a:rPr lang="en-GB" altLang="en-US" sz="1814" b="1">
                <a:solidFill>
                  <a:schemeClr val="accent2"/>
                </a:solidFill>
                <a:latin typeface="Palatino Linotype" panose="02040502050505030304" pitchFamily="18" charset="0"/>
              </a:rPr>
              <a:t> </a:t>
            </a:r>
            <a:r>
              <a:rPr lang="en-GB" altLang="en-US" sz="1814">
                <a:solidFill>
                  <a:schemeClr val="accent2"/>
                </a:solidFill>
                <a:latin typeface="Palatino Linotype" panose="02040502050505030304" pitchFamily="18" charset="0"/>
              </a:rPr>
              <a:t>P(</a:t>
            </a:r>
            <a:r>
              <a:rPr lang="en-GB" altLang="en-US" sz="1814" i="1">
                <a:solidFill>
                  <a:schemeClr val="accent2"/>
                </a:solidFill>
                <a:latin typeface="Palatino Linotype" panose="02040502050505030304" pitchFamily="18" charset="0"/>
              </a:rPr>
              <a:t>Yes</a:t>
            </a:r>
            <a:r>
              <a:rPr lang="en-GB" altLang="en-US" sz="1814">
                <a:solidFill>
                  <a:schemeClr val="accent2"/>
                </a:solidFill>
                <a:latin typeface="Palatino Linotype" panose="02040502050505030304" pitchFamily="18" charset="0"/>
              </a:rPr>
              <a:t>|</a:t>
            </a:r>
            <a:r>
              <a:rPr lang="en-GB" altLang="en-US" sz="2177" b="1">
                <a:solidFill>
                  <a:schemeClr val="accent2"/>
                </a:solidFill>
                <a:latin typeface="Palatino Linotype" panose="02040502050505030304" pitchFamily="18" charset="0"/>
              </a:rPr>
              <a:t>x</a:t>
            </a:r>
            <a:r>
              <a:rPr lang="en-GB" altLang="en-US" sz="1814">
                <a:solidFill>
                  <a:schemeClr val="accent2"/>
                </a:solidFill>
                <a:latin typeface="Palatino Linotype" panose="02040502050505030304" pitchFamily="18" charset="0"/>
              </a:rPr>
              <a:t>’) &lt; P(</a:t>
            </a:r>
            <a:r>
              <a:rPr lang="en-GB" altLang="en-US" sz="1814" i="1">
                <a:solidFill>
                  <a:schemeClr val="accent2"/>
                </a:solidFill>
                <a:latin typeface="Palatino Linotype" panose="02040502050505030304" pitchFamily="18" charset="0"/>
              </a:rPr>
              <a:t>No</a:t>
            </a:r>
            <a:r>
              <a:rPr lang="en-GB" altLang="en-US" sz="1814">
                <a:solidFill>
                  <a:schemeClr val="accent2"/>
                </a:solidFill>
                <a:latin typeface="Palatino Linotype" panose="02040502050505030304" pitchFamily="18" charset="0"/>
              </a:rPr>
              <a:t>|</a:t>
            </a:r>
            <a:r>
              <a:rPr lang="en-GB" altLang="en-US" sz="2177" b="1">
                <a:solidFill>
                  <a:schemeClr val="accent2"/>
                </a:solidFill>
                <a:latin typeface="Palatino Linotype" panose="02040502050505030304" pitchFamily="18" charset="0"/>
              </a:rPr>
              <a:t>x</a:t>
            </a:r>
            <a:r>
              <a:rPr lang="en-GB" altLang="en-US" sz="1814">
                <a:solidFill>
                  <a:schemeClr val="accent2"/>
                </a:solidFill>
                <a:latin typeface="Palatino Linotype" panose="02040502050505030304" pitchFamily="18" charset="0"/>
              </a:rPr>
              <a:t>’), we label </a:t>
            </a:r>
            <a:r>
              <a:rPr lang="en-GB" altLang="en-US" sz="2177" b="1">
                <a:solidFill>
                  <a:schemeClr val="accent2"/>
                </a:solidFill>
                <a:latin typeface="Palatino Linotype" panose="02040502050505030304" pitchFamily="18" charset="0"/>
              </a:rPr>
              <a:t>x</a:t>
            </a:r>
            <a:r>
              <a:rPr lang="en-GB" altLang="en-US" sz="1814">
                <a:solidFill>
                  <a:schemeClr val="accent2"/>
                </a:solidFill>
                <a:latin typeface="Palatino Linotype" panose="02040502050505030304" pitchFamily="18" charset="0"/>
              </a:rPr>
              <a:t>’ to be “</a:t>
            </a:r>
            <a:r>
              <a:rPr lang="en-GB" altLang="en-US" sz="1814" i="1">
                <a:solidFill>
                  <a:schemeClr val="accent2"/>
                </a:solidFill>
                <a:latin typeface="Palatino Linotype" panose="02040502050505030304" pitchFamily="18" charset="0"/>
              </a:rPr>
              <a:t>No</a:t>
            </a:r>
            <a:r>
              <a:rPr lang="en-GB" altLang="en-US" sz="1814">
                <a:solidFill>
                  <a:schemeClr val="accent2"/>
                </a:solidFill>
                <a:latin typeface="Palatino Linotype" panose="02040502050505030304" pitchFamily="18" charset="0"/>
              </a:rPr>
              <a:t>”.</a:t>
            </a:r>
            <a:r>
              <a:rPr lang="en-GB" altLang="en-US" sz="1814">
                <a:latin typeface="Palatino Linotype" panose="02040502050505030304" pitchFamily="18" charset="0"/>
              </a:rPr>
              <a:t>    </a:t>
            </a:r>
          </a:p>
          <a:p>
            <a:pPr eaLnBrk="1" hangingPunct="1">
              <a:lnSpc>
                <a:spcPct val="130000"/>
              </a:lnSpc>
            </a:pPr>
            <a:endParaRPr lang="en-GB" altLang="en-US" sz="1814">
              <a:latin typeface="Palatino Linotype" panose="02040502050505030304" pitchFamily="18" charset="0"/>
            </a:endParaRPr>
          </a:p>
        </p:txBody>
      </p:sp>
      <p:sp>
        <p:nvSpPr>
          <p:cNvPr id="2" name="Rectangle 2">
            <a:extLst>
              <a:ext uri="{FF2B5EF4-FFF2-40B4-BE49-F238E27FC236}">
                <a16:creationId xmlns:a16="http://schemas.microsoft.com/office/drawing/2014/main" id="{DC2C734C-C434-A83C-7B75-B010E3F17E03}"/>
              </a:ext>
            </a:extLst>
          </p:cNvPr>
          <p:cNvSpPr txBox="1">
            <a:spLocks noChangeArrowheads="1"/>
          </p:cNvSpPr>
          <p:nvPr/>
        </p:nvSpPr>
        <p:spPr>
          <a:xfrm>
            <a:off x="0" y="50976"/>
            <a:ext cx="9272626" cy="612794"/>
          </a:xfrm>
          <a:prstGeom prst="rect">
            <a:avLst/>
          </a:prstGeom>
        </p:spPr>
        <p:txBody>
          <a:bodyPr vert="horz" lIns="91440" tIns="45720" rIns="91440" bIns="45720"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en-US">
                <a:solidFill>
                  <a:srgbClr val="04B452"/>
                </a:solidFill>
              </a:rPr>
              <a:t>Example: Play Tennis: Test Phase	</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t>Gaussian Naive Bayes Model</a:t>
            </a:r>
            <a:endParaRPr lang="en-US" dirty="0">
              <a:solidFill>
                <a:srgbClr val="04B452"/>
              </a:solidFill>
            </a:endParaRPr>
          </a:p>
        </p:txBody>
      </p:sp>
      <p:sp>
        <p:nvSpPr>
          <p:cNvPr id="3" name="Content Placeholder 2"/>
          <p:cNvSpPr>
            <a:spLocks noGrp="1"/>
          </p:cNvSpPr>
          <p:nvPr>
            <p:ph idx="1"/>
          </p:nvPr>
        </p:nvSpPr>
        <p:spPr>
          <a:xfrm>
            <a:off x="166540" y="886284"/>
            <a:ext cx="11739514" cy="4525963"/>
          </a:xfrm>
        </p:spPr>
        <p:txBody>
          <a:bodyPr>
            <a:normAutofit/>
          </a:bodyPr>
          <a:lstStyle/>
          <a:p>
            <a:r>
              <a:rPr lang="en-US" sz="2400"/>
              <a:t>This model assumes that the features are normally distributed and estimates the mean and variance of each feature for each class. It is suitable for continuous numerical data.</a:t>
            </a:r>
          </a:p>
        </p:txBody>
      </p:sp>
      <p:sp>
        <p:nvSpPr>
          <p:cNvPr id="4" name="Slide Number Placeholder 3"/>
          <p:cNvSpPr>
            <a:spLocks noGrp="1"/>
          </p:cNvSpPr>
          <p:nvPr>
            <p:ph type="sldNum" sz="quarter" idx="12"/>
          </p:nvPr>
        </p:nvSpPr>
        <p:spPr/>
        <p:txBody>
          <a:bodyPr/>
          <a:lstStyle/>
          <a:p>
            <a:fld id="{7957FF81-3E34-4073-BF50-FE78B3EBEE2E}" type="slidenum">
              <a:rPr lang="en-US" smtClean="0"/>
              <a:t>12</a:t>
            </a:fld>
            <a:endParaRPr lang="en-US"/>
          </a:p>
        </p:txBody>
      </p:sp>
      <p:sp>
        <p:nvSpPr>
          <p:cNvPr id="6" name="TextBox 5">
            <a:extLst>
              <a:ext uri="{FF2B5EF4-FFF2-40B4-BE49-F238E27FC236}">
                <a16:creationId xmlns:a16="http://schemas.microsoft.com/office/drawing/2014/main" id="{147A7658-6725-2E3A-AD96-6CD09A0773CF}"/>
              </a:ext>
            </a:extLst>
          </p:cNvPr>
          <p:cNvSpPr txBox="1"/>
          <p:nvPr/>
        </p:nvSpPr>
        <p:spPr>
          <a:xfrm>
            <a:off x="235671" y="6156296"/>
            <a:ext cx="9737887" cy="400110"/>
          </a:xfrm>
          <a:prstGeom prst="rect">
            <a:avLst/>
          </a:prstGeom>
          <a:noFill/>
        </p:spPr>
        <p:txBody>
          <a:bodyPr wrap="square">
            <a:spAutoFit/>
          </a:bodyPr>
          <a:lstStyle/>
          <a:p>
            <a:r>
              <a:rPr lang="en-US" sz="2000">
                <a:hlinkClick r:id="rId2"/>
              </a:rPr>
              <a:t>https://scikit-learn.org/stable/modules/generated/sklearn.naive_bayes.GaussianNB.html</a:t>
            </a:r>
            <a:r>
              <a:rPr lang="en-US" sz="2000"/>
              <a:t> </a:t>
            </a:r>
          </a:p>
        </p:txBody>
      </p:sp>
      <p:pic>
        <p:nvPicPr>
          <p:cNvPr id="8" name="Picture 7">
            <a:extLst>
              <a:ext uri="{FF2B5EF4-FFF2-40B4-BE49-F238E27FC236}">
                <a16:creationId xmlns:a16="http://schemas.microsoft.com/office/drawing/2014/main" id="{2524A001-3858-D079-10C2-9670BD71F30D}"/>
              </a:ext>
            </a:extLst>
          </p:cNvPr>
          <p:cNvPicPr>
            <a:picLocks noChangeAspect="1"/>
          </p:cNvPicPr>
          <p:nvPr/>
        </p:nvPicPr>
        <p:blipFill>
          <a:blip r:embed="rId3"/>
          <a:stretch>
            <a:fillRect/>
          </a:stretch>
        </p:blipFill>
        <p:spPr>
          <a:xfrm>
            <a:off x="285946" y="2770694"/>
            <a:ext cx="9039225" cy="1524000"/>
          </a:xfrm>
          <a:prstGeom prst="rect">
            <a:avLst/>
          </a:prstGeom>
        </p:spPr>
      </p:pic>
    </p:spTree>
    <p:extLst>
      <p:ext uri="{BB962C8B-B14F-4D97-AF65-F5344CB8AC3E}">
        <p14:creationId xmlns:p14="http://schemas.microsoft.com/office/powerpoint/2010/main" val="99859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Hyper Parameters for NB Classifier</a:t>
            </a:r>
            <a:endParaRPr lang="en-US" dirty="0">
              <a:solidFill>
                <a:srgbClr val="04B452"/>
              </a:solidFill>
            </a:endParaRPr>
          </a:p>
        </p:txBody>
      </p:sp>
      <p:sp>
        <p:nvSpPr>
          <p:cNvPr id="3" name="Content Placeholder 2"/>
          <p:cNvSpPr>
            <a:spLocks noGrp="1"/>
          </p:cNvSpPr>
          <p:nvPr>
            <p:ph idx="1"/>
          </p:nvPr>
        </p:nvSpPr>
        <p:spPr>
          <a:xfrm>
            <a:off x="166540" y="1235076"/>
            <a:ext cx="11739514" cy="4525963"/>
          </a:xfrm>
        </p:spPr>
        <p:txBody>
          <a:bodyPr>
            <a:normAutofit/>
          </a:bodyPr>
          <a:lstStyle/>
          <a:p>
            <a:r>
              <a:rPr lang="en-US" sz="2400"/>
              <a:t>priors: This is an optional parameter that allows you to specify prior probabilities for each class. The default is None, which means the prior probabilities are calculated from the training data.</a:t>
            </a:r>
          </a:p>
          <a:p>
            <a:endParaRPr lang="en-US" sz="2400"/>
          </a:p>
          <a:p>
            <a:r>
              <a:rPr lang="en-US" sz="2400"/>
              <a:t>var_smoothing: This is a smoothing parameter that is added to the variance of each feature. The default value is 1e-9, which is a small number to ensure numerical stability.</a:t>
            </a:r>
          </a:p>
        </p:txBody>
      </p:sp>
      <p:sp>
        <p:nvSpPr>
          <p:cNvPr id="4" name="Slide Number Placeholder 3"/>
          <p:cNvSpPr>
            <a:spLocks noGrp="1"/>
          </p:cNvSpPr>
          <p:nvPr>
            <p:ph type="sldNum" sz="quarter" idx="12"/>
          </p:nvPr>
        </p:nvSpPr>
        <p:spPr/>
        <p:txBody>
          <a:bodyPr/>
          <a:lstStyle/>
          <a:p>
            <a:fld id="{7957FF81-3E34-4073-BF50-FE78B3EBEE2E}" type="slidenum">
              <a:rPr lang="en-US" smtClean="0"/>
              <a:t>13</a:t>
            </a:fld>
            <a:endParaRPr lang="en-US"/>
          </a:p>
        </p:txBody>
      </p:sp>
    </p:spTree>
    <p:extLst>
      <p:ext uri="{BB962C8B-B14F-4D97-AF65-F5344CB8AC3E}">
        <p14:creationId xmlns:p14="http://schemas.microsoft.com/office/powerpoint/2010/main" val="3772977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t>Multinomial Naive Bayes Model</a:t>
            </a:r>
            <a:endParaRPr lang="en-US" dirty="0">
              <a:solidFill>
                <a:srgbClr val="04B452"/>
              </a:solidFill>
            </a:endParaRPr>
          </a:p>
        </p:txBody>
      </p:sp>
      <p:sp>
        <p:nvSpPr>
          <p:cNvPr id="3" name="Content Placeholder 2"/>
          <p:cNvSpPr>
            <a:spLocks noGrp="1"/>
          </p:cNvSpPr>
          <p:nvPr>
            <p:ph idx="1"/>
          </p:nvPr>
        </p:nvSpPr>
        <p:spPr>
          <a:xfrm>
            <a:off x="166540" y="971943"/>
            <a:ext cx="11739514" cy="4525963"/>
          </a:xfrm>
        </p:spPr>
        <p:txBody>
          <a:bodyPr>
            <a:normAutofit/>
          </a:bodyPr>
          <a:lstStyle/>
          <a:p>
            <a:r>
              <a:rPr lang="en-US" sz="2400"/>
              <a:t>Multinomial Naive Bayes: This model assumes that the features are generated from a multinomial distribution and counts the number of occurrences of each feature for each class. It is suitable for discrete count data, such as text data represented as word frequency counts.</a:t>
            </a:r>
          </a:p>
        </p:txBody>
      </p:sp>
      <p:sp>
        <p:nvSpPr>
          <p:cNvPr id="4" name="Slide Number Placeholder 3"/>
          <p:cNvSpPr>
            <a:spLocks noGrp="1"/>
          </p:cNvSpPr>
          <p:nvPr>
            <p:ph type="sldNum" sz="quarter" idx="12"/>
          </p:nvPr>
        </p:nvSpPr>
        <p:spPr/>
        <p:txBody>
          <a:bodyPr/>
          <a:lstStyle/>
          <a:p>
            <a:fld id="{7957FF81-3E34-4073-BF50-FE78B3EBEE2E}" type="slidenum">
              <a:rPr lang="en-US" smtClean="0"/>
              <a:t>14</a:t>
            </a:fld>
            <a:endParaRPr lang="en-US"/>
          </a:p>
        </p:txBody>
      </p:sp>
      <p:pic>
        <p:nvPicPr>
          <p:cNvPr id="6" name="Picture 5">
            <a:extLst>
              <a:ext uri="{FF2B5EF4-FFF2-40B4-BE49-F238E27FC236}">
                <a16:creationId xmlns:a16="http://schemas.microsoft.com/office/drawing/2014/main" id="{45403071-6B69-9694-1AAD-6A97B513A456}"/>
              </a:ext>
            </a:extLst>
          </p:cNvPr>
          <p:cNvPicPr>
            <a:picLocks noChangeAspect="1"/>
          </p:cNvPicPr>
          <p:nvPr/>
        </p:nvPicPr>
        <p:blipFill>
          <a:blip r:embed="rId2"/>
          <a:stretch>
            <a:fillRect/>
          </a:stretch>
        </p:blipFill>
        <p:spPr>
          <a:xfrm>
            <a:off x="349872" y="2584327"/>
            <a:ext cx="11372850" cy="3009900"/>
          </a:xfrm>
          <a:prstGeom prst="rect">
            <a:avLst/>
          </a:prstGeom>
        </p:spPr>
      </p:pic>
      <p:sp>
        <p:nvSpPr>
          <p:cNvPr id="8" name="TextBox 7">
            <a:extLst>
              <a:ext uri="{FF2B5EF4-FFF2-40B4-BE49-F238E27FC236}">
                <a16:creationId xmlns:a16="http://schemas.microsoft.com/office/drawing/2014/main" id="{2840CE5E-14B4-282D-DAC2-79A5EE6ECBA7}"/>
              </a:ext>
            </a:extLst>
          </p:cNvPr>
          <p:cNvSpPr txBox="1"/>
          <p:nvPr/>
        </p:nvSpPr>
        <p:spPr>
          <a:xfrm>
            <a:off x="277590" y="6033185"/>
            <a:ext cx="11372850" cy="646331"/>
          </a:xfrm>
          <a:prstGeom prst="rect">
            <a:avLst/>
          </a:prstGeom>
          <a:noFill/>
        </p:spPr>
        <p:txBody>
          <a:bodyPr wrap="square">
            <a:spAutoFit/>
          </a:bodyPr>
          <a:lstStyle/>
          <a:p>
            <a:r>
              <a:rPr lang="en-US">
                <a:hlinkClick r:id="rId3"/>
              </a:rPr>
              <a:t>https://scikit-learn.org/stable/modules/generated/sklearn.naive_bayes.MultinomialNB.html#sklearn.naive_bayes.MultinomialNB</a:t>
            </a:r>
            <a:r>
              <a:rPr lang="en-US"/>
              <a:t> </a:t>
            </a:r>
          </a:p>
        </p:txBody>
      </p:sp>
    </p:spTree>
    <p:extLst>
      <p:ext uri="{BB962C8B-B14F-4D97-AF65-F5344CB8AC3E}">
        <p14:creationId xmlns:p14="http://schemas.microsoft.com/office/powerpoint/2010/main" val="1046436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t>Bernoulli Naive Bayes Model</a:t>
            </a:r>
            <a:endParaRPr lang="en-US" dirty="0">
              <a:solidFill>
                <a:srgbClr val="04B452"/>
              </a:solidFill>
            </a:endParaRPr>
          </a:p>
        </p:txBody>
      </p:sp>
      <p:sp>
        <p:nvSpPr>
          <p:cNvPr id="3" name="Content Placeholder 2"/>
          <p:cNvSpPr>
            <a:spLocks noGrp="1"/>
          </p:cNvSpPr>
          <p:nvPr>
            <p:ph idx="1"/>
          </p:nvPr>
        </p:nvSpPr>
        <p:spPr>
          <a:xfrm>
            <a:off x="166540" y="952272"/>
            <a:ext cx="11739514" cy="4525963"/>
          </a:xfrm>
        </p:spPr>
        <p:txBody>
          <a:bodyPr>
            <a:normAutofit/>
          </a:bodyPr>
          <a:lstStyle/>
          <a:p>
            <a:r>
              <a:rPr lang="en-US" sz="2400"/>
              <a:t>Bernoulli Naive Bayes: This model is similar to Multinomial Naive Bayes, but instead of counting the number of occurrences of each feature, it only considers whether a feature is present or not. It is suitable for binary data, such as text data represented as binary indicators of the presence or absence of words.</a:t>
            </a:r>
          </a:p>
        </p:txBody>
      </p:sp>
      <p:sp>
        <p:nvSpPr>
          <p:cNvPr id="4" name="Slide Number Placeholder 3"/>
          <p:cNvSpPr>
            <a:spLocks noGrp="1"/>
          </p:cNvSpPr>
          <p:nvPr>
            <p:ph type="sldNum" sz="quarter" idx="12"/>
          </p:nvPr>
        </p:nvSpPr>
        <p:spPr/>
        <p:txBody>
          <a:bodyPr/>
          <a:lstStyle/>
          <a:p>
            <a:fld id="{7957FF81-3E34-4073-BF50-FE78B3EBEE2E}" type="slidenum">
              <a:rPr lang="en-US" smtClean="0"/>
              <a:t>15</a:t>
            </a:fld>
            <a:endParaRPr lang="en-US"/>
          </a:p>
        </p:txBody>
      </p:sp>
      <p:pic>
        <p:nvPicPr>
          <p:cNvPr id="6" name="Picture 5">
            <a:extLst>
              <a:ext uri="{FF2B5EF4-FFF2-40B4-BE49-F238E27FC236}">
                <a16:creationId xmlns:a16="http://schemas.microsoft.com/office/drawing/2014/main" id="{59156466-50A2-9752-08DF-6D7E6413F5F1}"/>
              </a:ext>
            </a:extLst>
          </p:cNvPr>
          <p:cNvPicPr>
            <a:picLocks noChangeAspect="1"/>
          </p:cNvPicPr>
          <p:nvPr/>
        </p:nvPicPr>
        <p:blipFill>
          <a:blip r:embed="rId2"/>
          <a:stretch>
            <a:fillRect/>
          </a:stretch>
        </p:blipFill>
        <p:spPr>
          <a:xfrm>
            <a:off x="373684" y="2669721"/>
            <a:ext cx="11325225" cy="3028950"/>
          </a:xfrm>
          <a:prstGeom prst="rect">
            <a:avLst/>
          </a:prstGeom>
        </p:spPr>
      </p:pic>
      <p:sp>
        <p:nvSpPr>
          <p:cNvPr id="8" name="TextBox 7">
            <a:extLst>
              <a:ext uri="{FF2B5EF4-FFF2-40B4-BE49-F238E27FC236}">
                <a16:creationId xmlns:a16="http://schemas.microsoft.com/office/drawing/2014/main" id="{8195FAC1-E9F7-C61E-C66B-2971A2F4E823}"/>
              </a:ext>
            </a:extLst>
          </p:cNvPr>
          <p:cNvSpPr txBox="1"/>
          <p:nvPr/>
        </p:nvSpPr>
        <p:spPr>
          <a:xfrm>
            <a:off x="166540" y="5894686"/>
            <a:ext cx="11415860" cy="646331"/>
          </a:xfrm>
          <a:prstGeom prst="rect">
            <a:avLst/>
          </a:prstGeom>
          <a:noFill/>
        </p:spPr>
        <p:txBody>
          <a:bodyPr wrap="square">
            <a:spAutoFit/>
          </a:bodyPr>
          <a:lstStyle/>
          <a:p>
            <a:r>
              <a:rPr lang="en-US">
                <a:hlinkClick r:id="rId3"/>
              </a:rPr>
              <a:t>https://scikit-learn.org/stable/modules/generated/sklearn.naive_bayes.BernoulliNB.html#sklearn.naive_bayes.BernoulliNB</a:t>
            </a:r>
            <a:r>
              <a:rPr lang="en-US"/>
              <a:t> </a:t>
            </a:r>
          </a:p>
        </p:txBody>
      </p:sp>
    </p:spTree>
    <p:extLst>
      <p:ext uri="{BB962C8B-B14F-4D97-AF65-F5344CB8AC3E}">
        <p14:creationId xmlns:p14="http://schemas.microsoft.com/office/powerpoint/2010/main" val="3613360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t>Categorical Naive Bayes Model</a:t>
            </a:r>
            <a:endParaRPr lang="en-US" dirty="0">
              <a:solidFill>
                <a:srgbClr val="04B452"/>
              </a:solidFill>
            </a:endParaRPr>
          </a:p>
        </p:txBody>
      </p:sp>
      <p:sp>
        <p:nvSpPr>
          <p:cNvPr id="3" name="Content Placeholder 2"/>
          <p:cNvSpPr>
            <a:spLocks noGrp="1"/>
          </p:cNvSpPr>
          <p:nvPr>
            <p:ph idx="1"/>
          </p:nvPr>
        </p:nvSpPr>
        <p:spPr>
          <a:xfrm>
            <a:off x="166540" y="952272"/>
            <a:ext cx="11739514" cy="4525963"/>
          </a:xfrm>
        </p:spPr>
        <p:txBody>
          <a:bodyPr>
            <a:normAutofit/>
          </a:bodyPr>
          <a:lstStyle/>
          <a:p>
            <a:r>
              <a:rPr lang="en-US" sz="2400"/>
              <a:t>Categorical Naive Bayes: This is a variation of the Naive Bayes classifier that is specifically designed for categorical data, i.e., data that consists of discrete categories or labels. This classifier works by calculating the probability of each category given the input features, and then choosing the category with the highest probability as the predicted output.</a:t>
            </a:r>
          </a:p>
        </p:txBody>
      </p:sp>
      <p:sp>
        <p:nvSpPr>
          <p:cNvPr id="4" name="Slide Number Placeholder 3"/>
          <p:cNvSpPr>
            <a:spLocks noGrp="1"/>
          </p:cNvSpPr>
          <p:nvPr>
            <p:ph type="sldNum" sz="quarter" idx="12"/>
          </p:nvPr>
        </p:nvSpPr>
        <p:spPr/>
        <p:txBody>
          <a:bodyPr/>
          <a:lstStyle/>
          <a:p>
            <a:fld id="{7957FF81-3E34-4073-BF50-FE78B3EBEE2E}" type="slidenum">
              <a:rPr lang="en-US" smtClean="0"/>
              <a:t>16</a:t>
            </a:fld>
            <a:endParaRPr lang="en-US"/>
          </a:p>
        </p:txBody>
      </p:sp>
      <p:sp>
        <p:nvSpPr>
          <p:cNvPr id="8" name="TextBox 7">
            <a:extLst>
              <a:ext uri="{FF2B5EF4-FFF2-40B4-BE49-F238E27FC236}">
                <a16:creationId xmlns:a16="http://schemas.microsoft.com/office/drawing/2014/main" id="{8195FAC1-E9F7-C61E-C66B-2971A2F4E823}"/>
              </a:ext>
            </a:extLst>
          </p:cNvPr>
          <p:cNvSpPr txBox="1"/>
          <p:nvPr/>
        </p:nvSpPr>
        <p:spPr>
          <a:xfrm>
            <a:off x="166540" y="5894686"/>
            <a:ext cx="11415860" cy="646331"/>
          </a:xfrm>
          <a:prstGeom prst="rect">
            <a:avLst/>
          </a:prstGeom>
          <a:noFill/>
        </p:spPr>
        <p:txBody>
          <a:bodyPr wrap="square">
            <a:spAutoFit/>
          </a:bodyPr>
          <a:lstStyle/>
          <a:p>
            <a:r>
              <a:rPr lang="en-US">
                <a:hlinkClick r:id="rId2"/>
              </a:rPr>
              <a:t>https://scikit-learn.org/stable/modules/generated/sklearn.naive_bayes.CategoricalNB.html#sklearn.naive_bayes.CategoricalNB</a:t>
            </a:r>
            <a:r>
              <a:rPr lang="en-US"/>
              <a:t> </a:t>
            </a:r>
          </a:p>
        </p:txBody>
      </p:sp>
      <p:pic>
        <p:nvPicPr>
          <p:cNvPr id="7" name="Picture 6">
            <a:extLst>
              <a:ext uri="{FF2B5EF4-FFF2-40B4-BE49-F238E27FC236}">
                <a16:creationId xmlns:a16="http://schemas.microsoft.com/office/drawing/2014/main" id="{5C6D4473-3FB7-A619-492A-C1602C9DFD8E}"/>
              </a:ext>
            </a:extLst>
          </p:cNvPr>
          <p:cNvPicPr>
            <a:picLocks noChangeAspect="1"/>
          </p:cNvPicPr>
          <p:nvPr/>
        </p:nvPicPr>
        <p:blipFill>
          <a:blip r:embed="rId3"/>
          <a:stretch>
            <a:fillRect/>
          </a:stretch>
        </p:blipFill>
        <p:spPr>
          <a:xfrm>
            <a:off x="285946" y="2506435"/>
            <a:ext cx="11372850" cy="2971800"/>
          </a:xfrm>
          <a:prstGeom prst="rect">
            <a:avLst/>
          </a:prstGeom>
        </p:spPr>
      </p:pic>
    </p:spTree>
    <p:extLst>
      <p:ext uri="{BB962C8B-B14F-4D97-AF65-F5344CB8AC3E}">
        <p14:creationId xmlns:p14="http://schemas.microsoft.com/office/powerpoint/2010/main" val="758026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t>Complement Naive Bayes Model</a:t>
            </a:r>
            <a:endParaRPr lang="en-US" dirty="0">
              <a:solidFill>
                <a:srgbClr val="04B452"/>
              </a:solidFill>
            </a:endParaRPr>
          </a:p>
        </p:txBody>
      </p:sp>
      <p:sp>
        <p:nvSpPr>
          <p:cNvPr id="3" name="Content Placeholder 2"/>
          <p:cNvSpPr>
            <a:spLocks noGrp="1"/>
          </p:cNvSpPr>
          <p:nvPr>
            <p:ph idx="1"/>
          </p:nvPr>
        </p:nvSpPr>
        <p:spPr>
          <a:xfrm>
            <a:off x="166540" y="952272"/>
            <a:ext cx="11739514" cy="4525963"/>
          </a:xfrm>
        </p:spPr>
        <p:txBody>
          <a:bodyPr>
            <a:normAutofit/>
          </a:bodyPr>
          <a:lstStyle/>
          <a:p>
            <a:r>
              <a:rPr lang="en-US" sz="2400"/>
              <a:t>Complement Naive Bayes: This is another variation of the Naive Bayes classifier that is designed to address the problem of imbalanced datasets. In many real-world scenarios, the dataset may contain significantly more examples of one class than another, leading to a biased classifier. The complement Naive Bayes classifier aims to correct this bias by reweighting the features of the minority class..</a:t>
            </a:r>
          </a:p>
        </p:txBody>
      </p:sp>
      <p:sp>
        <p:nvSpPr>
          <p:cNvPr id="4" name="Slide Number Placeholder 3"/>
          <p:cNvSpPr>
            <a:spLocks noGrp="1"/>
          </p:cNvSpPr>
          <p:nvPr>
            <p:ph type="sldNum" sz="quarter" idx="12"/>
          </p:nvPr>
        </p:nvSpPr>
        <p:spPr/>
        <p:txBody>
          <a:bodyPr/>
          <a:lstStyle/>
          <a:p>
            <a:fld id="{7957FF81-3E34-4073-BF50-FE78B3EBEE2E}" type="slidenum">
              <a:rPr lang="en-US" smtClean="0"/>
              <a:t>17</a:t>
            </a:fld>
            <a:endParaRPr lang="en-US"/>
          </a:p>
        </p:txBody>
      </p:sp>
      <p:sp>
        <p:nvSpPr>
          <p:cNvPr id="8" name="TextBox 7">
            <a:extLst>
              <a:ext uri="{FF2B5EF4-FFF2-40B4-BE49-F238E27FC236}">
                <a16:creationId xmlns:a16="http://schemas.microsoft.com/office/drawing/2014/main" id="{8195FAC1-E9F7-C61E-C66B-2971A2F4E823}"/>
              </a:ext>
            </a:extLst>
          </p:cNvPr>
          <p:cNvSpPr txBox="1"/>
          <p:nvPr/>
        </p:nvSpPr>
        <p:spPr>
          <a:xfrm>
            <a:off x="166540" y="5894686"/>
            <a:ext cx="11415860" cy="646331"/>
          </a:xfrm>
          <a:prstGeom prst="rect">
            <a:avLst/>
          </a:prstGeom>
          <a:noFill/>
        </p:spPr>
        <p:txBody>
          <a:bodyPr wrap="square">
            <a:spAutoFit/>
          </a:bodyPr>
          <a:lstStyle/>
          <a:p>
            <a:r>
              <a:rPr lang="en-US">
                <a:hlinkClick r:id="rId2"/>
              </a:rPr>
              <a:t>https://scikit-learn.org/stable/modules/generated/sklearn.naive_bayes.ComplementNB.html#sklearn.naive_bayes.ComplementNB</a:t>
            </a:r>
            <a:r>
              <a:rPr lang="en-US"/>
              <a:t> </a:t>
            </a:r>
          </a:p>
        </p:txBody>
      </p:sp>
      <p:pic>
        <p:nvPicPr>
          <p:cNvPr id="6" name="Picture 5">
            <a:extLst>
              <a:ext uri="{FF2B5EF4-FFF2-40B4-BE49-F238E27FC236}">
                <a16:creationId xmlns:a16="http://schemas.microsoft.com/office/drawing/2014/main" id="{25719269-2866-FDC6-3D5C-2F632A11D604}"/>
              </a:ext>
            </a:extLst>
          </p:cNvPr>
          <p:cNvPicPr>
            <a:picLocks noChangeAspect="1"/>
          </p:cNvPicPr>
          <p:nvPr/>
        </p:nvPicPr>
        <p:blipFill>
          <a:blip r:embed="rId3"/>
          <a:stretch>
            <a:fillRect/>
          </a:stretch>
        </p:blipFill>
        <p:spPr>
          <a:xfrm>
            <a:off x="392734" y="2923880"/>
            <a:ext cx="11287125" cy="2895600"/>
          </a:xfrm>
          <a:prstGeom prst="rect">
            <a:avLst/>
          </a:prstGeom>
        </p:spPr>
      </p:pic>
    </p:spTree>
    <p:extLst>
      <p:ext uri="{BB962C8B-B14F-4D97-AF65-F5344CB8AC3E}">
        <p14:creationId xmlns:p14="http://schemas.microsoft.com/office/powerpoint/2010/main" val="2700771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Summary</a:t>
            </a:r>
            <a:endParaRPr lang="en-US" dirty="0">
              <a:solidFill>
                <a:srgbClr val="04B452"/>
              </a:solidFill>
            </a:endParaRPr>
          </a:p>
        </p:txBody>
      </p:sp>
      <p:sp>
        <p:nvSpPr>
          <p:cNvPr id="3" name="Content Placeholder 2"/>
          <p:cNvSpPr>
            <a:spLocks noGrp="1"/>
          </p:cNvSpPr>
          <p:nvPr>
            <p:ph idx="1"/>
          </p:nvPr>
        </p:nvSpPr>
        <p:spPr>
          <a:xfrm>
            <a:off x="166540" y="1235076"/>
            <a:ext cx="11739514" cy="4525963"/>
          </a:xfrm>
        </p:spPr>
        <p:txBody>
          <a:bodyPr>
            <a:normAutofit/>
          </a:bodyPr>
          <a:lstStyle/>
          <a:p>
            <a:pPr marL="571500" indent="-457200"/>
            <a:r>
              <a:rPr lang="en-US" altLang="en-US" sz="2400"/>
              <a:t>The </a:t>
            </a:r>
            <a:r>
              <a:rPr lang="en-US" altLang="en-US" sz="2400" i="1"/>
              <a:t>Naïve Bayes Assumption</a:t>
            </a:r>
            <a:r>
              <a:rPr lang="en-US" altLang="en-US" sz="2400"/>
              <a:t>: Assume that all features are independent given the class label Y</a:t>
            </a:r>
          </a:p>
          <a:p>
            <a:pPr marL="114300" indent="0">
              <a:buNone/>
            </a:pPr>
            <a:endParaRPr lang="en-US" altLang="en-US" sz="2400"/>
          </a:p>
          <a:p>
            <a:pPr marL="571500" indent="-457200"/>
            <a:r>
              <a:rPr lang="en-US" altLang="en-US" sz="2400"/>
              <a:t>Despite this assumption, Naïve Bayes classifiers perform well in practice.</a:t>
            </a:r>
          </a:p>
          <a:p>
            <a:pPr marL="571500" indent="-457200"/>
            <a:endParaRPr lang="en-US" altLang="en-US" sz="2400"/>
          </a:p>
          <a:p>
            <a:pPr marL="571500" indent="-457200"/>
            <a:r>
              <a:rPr lang="en-US" altLang="en-US" sz="2400"/>
              <a:t>Depending on the nature of data (nominal vs categorical), the number of labels (two vs more), and the distribution of data, variations of NB Classifier are deployed.</a:t>
            </a:r>
          </a:p>
        </p:txBody>
      </p:sp>
      <p:sp>
        <p:nvSpPr>
          <p:cNvPr id="4" name="Slide Number Placeholder 3"/>
          <p:cNvSpPr>
            <a:spLocks noGrp="1"/>
          </p:cNvSpPr>
          <p:nvPr>
            <p:ph type="sldNum" sz="quarter" idx="12"/>
          </p:nvPr>
        </p:nvSpPr>
        <p:spPr/>
        <p:txBody>
          <a:bodyPr/>
          <a:lstStyle/>
          <a:p>
            <a:fld id="{7957FF81-3E34-4073-BF50-FE78B3EBEE2E}" type="slidenum">
              <a:rPr lang="en-US" smtClean="0"/>
              <a:t>18</a:t>
            </a:fld>
            <a:endParaRPr lang="en-US"/>
          </a:p>
        </p:txBody>
      </p:sp>
    </p:spTree>
    <p:extLst>
      <p:ext uri="{BB962C8B-B14F-4D97-AF65-F5344CB8AC3E}">
        <p14:creationId xmlns:p14="http://schemas.microsoft.com/office/powerpoint/2010/main" val="1706709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References</a:t>
            </a:r>
            <a:endParaRPr lang="en-US" dirty="0">
              <a:solidFill>
                <a:srgbClr val="04B452"/>
              </a:solidFill>
            </a:endParaRPr>
          </a:p>
        </p:txBody>
      </p:sp>
      <p:sp>
        <p:nvSpPr>
          <p:cNvPr id="3" name="Content Placeholder 2"/>
          <p:cNvSpPr>
            <a:spLocks noGrp="1"/>
          </p:cNvSpPr>
          <p:nvPr>
            <p:ph idx="1"/>
          </p:nvPr>
        </p:nvSpPr>
        <p:spPr>
          <a:xfrm>
            <a:off x="166540" y="1235076"/>
            <a:ext cx="11739514" cy="4525963"/>
          </a:xfrm>
        </p:spPr>
        <p:txBody>
          <a:bodyPr>
            <a:normAutofit/>
          </a:bodyPr>
          <a:lstStyle/>
          <a:p>
            <a:pPr marL="571500" indent="-457200"/>
            <a:r>
              <a:rPr lang="en-US" altLang="en-US" sz="2400"/>
              <a:t>See </a:t>
            </a:r>
            <a:r>
              <a:rPr lang="en-US" altLang="en-US" sz="2400" b="1">
                <a:highlight>
                  <a:srgbClr val="FFFF00"/>
                </a:highlight>
              </a:rPr>
              <a:t>ML_Naive_Bayes_Classifier.ipynb </a:t>
            </a:r>
            <a:r>
              <a:rPr lang="en-US" altLang="en-US" sz="2400"/>
              <a:t>for references</a:t>
            </a:r>
          </a:p>
        </p:txBody>
      </p:sp>
      <p:sp>
        <p:nvSpPr>
          <p:cNvPr id="4" name="Slide Number Placeholder 3"/>
          <p:cNvSpPr>
            <a:spLocks noGrp="1"/>
          </p:cNvSpPr>
          <p:nvPr>
            <p:ph type="sldNum" sz="quarter" idx="12"/>
          </p:nvPr>
        </p:nvSpPr>
        <p:spPr/>
        <p:txBody>
          <a:bodyPr/>
          <a:lstStyle/>
          <a:p>
            <a:fld id="{7957FF81-3E34-4073-BF50-FE78B3EBEE2E}" type="slidenum">
              <a:rPr lang="en-US" smtClean="0"/>
              <a:t>19</a:t>
            </a:fld>
            <a:endParaRPr lang="en-US"/>
          </a:p>
        </p:txBody>
      </p:sp>
    </p:spTree>
    <p:extLst>
      <p:ext uri="{BB962C8B-B14F-4D97-AF65-F5344CB8AC3E}">
        <p14:creationId xmlns:p14="http://schemas.microsoft.com/office/powerpoint/2010/main" val="887434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7503" y="1798431"/>
            <a:ext cx="7772400" cy="1470025"/>
          </a:xfrm>
        </p:spPr>
        <p:txBody>
          <a:bodyPr>
            <a:normAutofit fontScale="90000"/>
          </a:bodyPr>
          <a:lstStyle/>
          <a:p>
            <a:r>
              <a:rPr lang="en-US" sz="4800" dirty="0">
                <a:solidFill>
                  <a:srgbClr val="04B452"/>
                </a:solidFill>
              </a:rPr>
              <a:t>Any Questions?</a:t>
            </a:r>
            <a:br>
              <a:rPr lang="en-US" sz="4800" dirty="0">
                <a:solidFill>
                  <a:srgbClr val="04B452"/>
                </a:solidFill>
              </a:rPr>
            </a:br>
            <a:br>
              <a:rPr lang="en-US" sz="4800" dirty="0">
                <a:solidFill>
                  <a:srgbClr val="04B452"/>
                </a:solidFill>
              </a:rPr>
            </a:br>
            <a:r>
              <a:rPr lang="en-US" sz="4800" dirty="0">
                <a:solidFill>
                  <a:srgbClr val="04B452"/>
                </a:solidFill>
              </a:rPr>
              <a:t>Thank You.</a:t>
            </a:r>
          </a:p>
        </p:txBody>
      </p:sp>
      <p:sp>
        <p:nvSpPr>
          <p:cNvPr id="4" name="TextBox 4">
            <a:extLst>
              <a:ext uri="{FF2B5EF4-FFF2-40B4-BE49-F238E27FC236}">
                <a16:creationId xmlns:a16="http://schemas.microsoft.com/office/drawing/2014/main" id="{205CBE0D-6E88-49A9-9F78-FA8F4A2A4679}"/>
              </a:ext>
            </a:extLst>
          </p:cNvPr>
          <p:cNvSpPr txBox="1"/>
          <p:nvPr/>
        </p:nvSpPr>
        <p:spPr>
          <a:xfrm>
            <a:off x="3008563" y="4767640"/>
            <a:ext cx="184666" cy="3693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
        <p:nvSpPr>
          <p:cNvPr id="5" name="TextBox 6">
            <a:extLst>
              <a:ext uri="{FF2B5EF4-FFF2-40B4-BE49-F238E27FC236}">
                <a16:creationId xmlns:a16="http://schemas.microsoft.com/office/drawing/2014/main" id="{9C07F57A-79B6-40CD-A6E6-C4D610B69EBC}"/>
              </a:ext>
            </a:extLst>
          </p:cNvPr>
          <p:cNvSpPr txBox="1"/>
          <p:nvPr/>
        </p:nvSpPr>
        <p:spPr>
          <a:xfrm>
            <a:off x="3008563" y="4767640"/>
            <a:ext cx="184666" cy="3693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1221</TotalTime>
  <Words>1465</Words>
  <Application>Microsoft Office PowerPoint</Application>
  <PresentationFormat>Widescreen</PresentationFormat>
  <Paragraphs>176</Paragraphs>
  <Slides>20</Slides>
  <Notes>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8" baseType="lpstr">
      <vt:lpstr>Arial</vt:lpstr>
      <vt:lpstr>Calibri</vt:lpstr>
      <vt:lpstr>Palatino Linotype</vt:lpstr>
      <vt:lpstr>Söhne</vt:lpstr>
      <vt:lpstr>Tahoma</vt:lpstr>
      <vt:lpstr>Wingdings</vt:lpstr>
      <vt:lpstr>Office Theme</vt:lpstr>
      <vt:lpstr>Equation</vt:lpstr>
      <vt:lpstr>PowerPoint Presentation</vt:lpstr>
      <vt:lpstr>Some classification problems</vt:lpstr>
      <vt:lpstr>Some classification problems (contd.)</vt:lpstr>
      <vt:lpstr>Naïve Bayes Classifier</vt:lpstr>
      <vt:lpstr>PowerPoint Presentation</vt:lpstr>
      <vt:lpstr>PowerPoint Presentation</vt:lpstr>
      <vt:lpstr>PowerPoint Presentation</vt:lpstr>
      <vt:lpstr>PowerPoint Presentation</vt:lpstr>
      <vt:lpstr>Example: Play Tennis </vt:lpstr>
      <vt:lpstr>PowerPoint Presentation</vt:lpstr>
      <vt:lpstr>PowerPoint Presentation</vt:lpstr>
      <vt:lpstr>Gaussian Naive Bayes Model</vt:lpstr>
      <vt:lpstr>Hyper Parameters for NB Classifier</vt:lpstr>
      <vt:lpstr>Multinomial Naive Bayes Model</vt:lpstr>
      <vt:lpstr>Bernoulli Naive Bayes Model</vt:lpstr>
      <vt:lpstr>Categorical Naive Bayes Model</vt:lpstr>
      <vt:lpstr>Complement Naive Bayes Model</vt:lpstr>
      <vt:lpstr>Summary</vt:lpstr>
      <vt:lpstr>References</vt:lpstr>
      <vt:lpstr>Any Questions?  Thank You.</vt:lpstr>
    </vt:vector>
  </TitlesOfParts>
  <Company>Fabric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Andrew Harwood</dc:creator>
  <cp:keywords>C_Unrestricted</cp:keywords>
  <cp:lastModifiedBy>Jasthi, Jasthi (DI SW PLM LCS DEVOPS)</cp:lastModifiedBy>
  <cp:revision>86</cp:revision>
  <dcterms:created xsi:type="dcterms:W3CDTF">2014-09-03T22:10:43Z</dcterms:created>
  <dcterms:modified xsi:type="dcterms:W3CDTF">2023-11-07T19:42:15Z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 Confidentiality">
    <vt:lpwstr>Unrestricted</vt:lpwstr>
  </property>
  <property fmtid="{D5CDD505-2E9C-101B-9397-08002B2CF9AE}" pid="3" name="sodocoClasLang">
    <vt:lpwstr>Unrestricted</vt:lpwstr>
  </property>
  <property fmtid="{D5CDD505-2E9C-101B-9397-08002B2CF9AE}" pid="4" name="sodocoClasLangId">
    <vt:i4>0</vt:i4>
  </property>
  <property fmtid="{D5CDD505-2E9C-101B-9397-08002B2CF9AE}" pid="5" name="sodocoClasId">
    <vt:i4>0</vt:i4>
  </property>
  <property fmtid="{D5CDD505-2E9C-101B-9397-08002B2CF9AE}" pid="6" name="MSIP_Label_6f75f480-7803-4ee9-bb54-84d0635fdbe7_Enabled">
    <vt:lpwstr>true</vt:lpwstr>
  </property>
  <property fmtid="{D5CDD505-2E9C-101B-9397-08002B2CF9AE}" pid="7" name="MSIP_Label_6f75f480-7803-4ee9-bb54-84d0635fdbe7_SetDate">
    <vt:lpwstr>2023-11-07T19:42:15Z</vt:lpwstr>
  </property>
  <property fmtid="{D5CDD505-2E9C-101B-9397-08002B2CF9AE}" pid="8" name="MSIP_Label_6f75f480-7803-4ee9-bb54-84d0635fdbe7_Method">
    <vt:lpwstr>Privileged</vt:lpwstr>
  </property>
  <property fmtid="{D5CDD505-2E9C-101B-9397-08002B2CF9AE}" pid="9" name="MSIP_Label_6f75f480-7803-4ee9-bb54-84d0635fdbe7_Name">
    <vt:lpwstr>unrestricted</vt:lpwstr>
  </property>
  <property fmtid="{D5CDD505-2E9C-101B-9397-08002B2CF9AE}" pid="10" name="MSIP_Label_6f75f480-7803-4ee9-bb54-84d0635fdbe7_SiteId">
    <vt:lpwstr>38ae3bcd-9579-4fd4-adda-b42e1495d55a</vt:lpwstr>
  </property>
  <property fmtid="{D5CDD505-2E9C-101B-9397-08002B2CF9AE}" pid="11" name="MSIP_Label_6f75f480-7803-4ee9-bb54-84d0635fdbe7_ActionId">
    <vt:lpwstr>5430a409-3ccc-4c9c-865b-e07439b2d2a8</vt:lpwstr>
  </property>
  <property fmtid="{D5CDD505-2E9C-101B-9397-08002B2CF9AE}" pid="12" name="MSIP_Label_6f75f480-7803-4ee9-bb54-84d0635fdbe7_ContentBits">
    <vt:lpwstr>0</vt:lpwstr>
  </property>
  <property fmtid="{D5CDD505-2E9C-101B-9397-08002B2CF9AE}" pid="13" name="Document_Confidentiality">
    <vt:lpwstr>Unrestricted</vt:lpwstr>
  </property>
</Properties>
</file>